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3:34:43.6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2395 6451 7510,'-6'0'5998,"2"0"-4401,4 0-549,-38-2-858,30 1 399,-25 0 203,42 2 31,22 5-459,-9-2 26,29 4-93,-7-7-103,0 1 1,5-1-731,1-1 1,1-1 583,3 1 1,1-2 2,-13 1 1,2-2 0,2 1 8,6-1 0,2-1 0,0 1-599,3 0 1,1-1 0,1 1 561,-8 0 0,1 0 0,1 1 0,-3 0 3,8 0 1,-2 0 0,-1 1-8,0 0 0,0 0 0,-1 0-5,-1 1 1,-1 0-1,1 0-1,-2 0 1,1 1 0,-1 0-9,0-1 1,0 2-1,0-1-55,2 1 0,0 0 0,-2 0-34,11 0 0,0 1-284,-12-1 1,2 0-1,-1 0 323,-9-1 1,0 0 0,2 0 15,4 0 1,4 0 0,2 1 0,-3-1-520,9-1 0,-1 1 0,2 0 518,-9 0 1,1-1 0,1 1 0,-3 0-32,8 0 1,-2-1-1,0 1 48,0-1 1,0 1 0,-3-1-1,-11 1 1,-2-1 0,3 1 9,15-1 0,4 0 1,-3 0-118,3-1 1,-1 0 108,-2 1 0,3 0 1,-2-1-1,-11 0 0,-1 0 1,0 0 4,1 0 1,1-1 0,-3 1 13,9 0 1,2-1-4,0 1 1,3-1 0,-6 1-6,-10 0 0,1 0 0,0 0 0,8 0 0,1 1 0,-6-1-42,11 1 0,-2 0 23,-2-1 0,3 1 1,-5 0 23,-3 0 1,-1 1-3,-4-1 1,2 1 0,-6 0 1,-8 0 1,0 0-6,12 0 0,7 1 0,-6 0 339,-5 0 0,-2 0-333,21 1 0,1-1-6,-11 0 0,-1 0 2,2 0 1,2 0 6,-8-2 1,2 1-1,-2 0 37,2-1 1,0 1-44,-2-1 1,3 0 0,-4 1 1,2-1 1,-2 0 0,0 0 0,2 0 1,-5 0 1,3 0-1,-2 0-7,2 0 0,0 0 5,-3 0 1,3 0 0,-2 0-4,11 0 1,-2 0 3,2-1 0,0 0 2,2 0 0,0-1-8,2-1 0,1 1 0,0-1 0,1 0 6,0 0 0,-1 1-1,1 0 1,-1-1-4,0 1 1,0 0 3,-1 0 0,0 0-1,0 1 1,2-1-213,-11 1 0,1-1 1,-2 1 194,4 0 1,-1 0 5,9 0 1,1-1-20,-18 2 0,0-1 0,0 0 11,13 0 0,3 0 8,-4 0 1,3 0 0,-2 0 3,-9 0 0,-3 0 0,0-1 2,-1 1 0,0-1 0,-1 0-49,19 0 0,-2-1 63,-4-1 0,0 1-9,-4-1 1,-1 1-6,-1-1 0,-2 0-11,-2 0 0,1 0-482,-5 0 0,2 1 0,-2 0-3291,6-1 1,-2 1 3783,10 0 0,-6 0 0,-11 1 0,-20 1 0</inkml:trace>
  <inkml:trace contextRef="#ctx0" brushRef="#br0" timeOffset="6274">1767 8124 9794,'-49'-6'2587,"0"0"1,5 1 0,9 0-1546,18-1-666,9 1 83,15 2 101,13-2-347,6 2-23,13-2 1,7-1-144,-3 2 1,3 0-613,0 0 0,5 0 0,0 1 574,-1 0 1,1 1-1,-2 1-7,-7-1 0,-1 1 0,4 1-568,4 0 0,5 1 0,4 1 1,-3 0-1,-6 0 566,-3-1 0,-4 1 0,5 0-5,6 0 1,8 1-1,2 0 1,0 0-1,-6 0-281,6 0 1,-4 0 0,5 1 280,-6-2 1,6 0-1,1 0 1,-1 0 0,-4 0-394,-3-1 1,-3 1 0,-1 0-1,2-1 400,-5 0 0,1-1 1,1 1-1,0 0 1,1-1 5,3 0 1,1-1 0,0 0 0,0 1 0,-1-1-132,-4 0 0,-1 0 0,-1 0 1,3 0-1,2-1 125,-3 1 0,3 0 1,2 0-1,1-1 1,0 1-1,-1 0 1,-2-1 1,3 1 1,0-1 0,-2 1-1,0-1 1,1 1 0,0 0 3,1-1 0,0 1 1,1 0-1,-1 0 1,1 0-1,0 0 2,0 0 0,0 1 1,1-1-1,-1 1 0,1-1 1,-1 1-98,1-1 1,0 1-1,0 0 1,0 0 0,0 0-1,0 0 100,0-1 0,0 1 0,0 0 0,0 1 0,0-1 1,1 0 0,-1 0 1,0 0 0,1 0 0,-1 0 0,1 0 0,-1 0-3,1 0 0,1 0 0,-1 0 0,0 0 1,1 0-1,-1 0 3,1-1 0,0 1 0,0 0 0,0-1 0,0 1 0,0 0 4,1-1 1,0 1-1,0 0 1,0 0 0,0-1-1,1 1-8,-10-1 0,1 0 0,0 1 1,0-1-1,-1 0 0,1 1 1,0-1-4,0 0 1,0 1 0,0-1 0,0 1 0,0-1-1,0 1 1,-1-1 4,1 1 1,0-1 0,0 1-1,0-1 1,0 1 0,-1-1-1,1 1 2,8-1 0,0 1 0,-1 0 0,1 0 0,-1-1 0,0 1 5,0 0 1,-1 0-1,1-1 1,-1 1 0,0 0-1,0 0 11,-2 0 1,0 0 0,1 1 0,-2-1 0,1 0 0,-1 1-6,-1-1 0,0 1 0,-1-1 1,1 0-1,-1 1 0,-1 0-12,-1-1 0,-1 1 0,0 0 0,0 0 0,0-1 0,-1 1-11,8 0 0,-1 0 1,0 0-1,0 0 1,-1 1-30,-3-1 0,-1 0 0,0 0 1,0 0-1,-1 0-263,8 0 0,1 0 0,-2 0 1,-4 1-1081,4-1 1,-4 0-1,0 1 1369,-3-1 0,-2 0 0,-7 0 0,7 0 0,-5 0 0</inkml:trace>
  <inkml:trace contextRef="#ctx0" brushRef="#br0" timeOffset="8100">2479 9141 11436,'-52'-5'894,"0"1"1,0 0-1,0 0 0,1-1 1,5 2 328,2-1 1,4 1-456,1 0 1,2 1-672,3-1 1,3 1-106,4 1 516,45 3-183,22 0-269,0 0 0,5-2-1340,13 0 1,5-1 1344,-12-1 1,2-1-1,5 0-32,-10 1 0,3-1 0,2 0 1,0 0-1,-1 0-527,11 0 1,0 0-1,0-1 1,0 1 503,-12 1 1,0 0 0,0-1-1,1 1 1,0 0-310,2 1 1,0-1-1,0 1 1,0 0-1,-1 0 294,6 0 1,-2 0 0,1 0 0,3 1-264,-3-1 0,2 0 0,2 1 0,0-1 1,0 1 189,-1 0 0,-1-1 0,1 1 1,1 0-1,1 0-416,-4 0 0,2 1 1,0-1-1,0 1 1,-2 0-1,-3-1-776,6 1 1,-5 0-1,0 0 1,1 0 1273,-3 0 0,2 0 0,0 1 0,-6-1 0,-9 1 0,-4-1 0,-7 1 0,32 1 0</inkml:trace>
  <inkml:trace contextRef="#ctx0" brushRef="#br0" timeOffset="9223">6538 9255 15479,'-59'-2'79,"1"0"1,0 1 0,3-1 0,1 1-1,12 0 252,8-1-427,8 0-55,24-1 459,22 0 247,28-1-256,-8 1 1,9-1-945,5 1 0,9-2 0,5 1 0,-2 0 684,-6 0 0,0 0 0,1 0 1,4 0-32,-13 1 1,2 0 0,3-1 0,1 1 0,0-1-1,0 1 1,-3 0-388,5 0 0,0 0 0,-2 0 0,1 0 0,0 0 0,1 0 379,-5 0 1,1 1 0,1-1 0,-1 1 0,1-1 0,1 1 0,-1 0-213,3-1 1,1 1 0,-1 0 0,1 0 0,1 0 0,-1 0 0,1 0 220,-1 0 1,-2 0 0,-1 0-1,2 1 1,3-1 0,5 0-1,6 1-14,-24 0 1,4 0 0,3 0-1,3 1 1,3-1 0,2 0-1,1 0 1,1 1 0,1-1-1,1 1 1,-2-1 0,0 0-1,-1 1 1,-3-1 0,-1 1-1,-4-1 1,-2 0 0,-5 1 25,20-1 1,-7 0 0,-4 0-1,-3 1 1,0-1 0,3 0 0,3 0-1,7 1-10,-17-1 1,4 1-1,4-1 1,2 0-1,3 1 1,2-1 0,1 1-1,0-1 1,1 1-1,-2-1 1,-1 1-1,-2-1 1,-3 1 0,-3-1-1,-5 0 1,-4 1-1,-5-1 12,22 0 1,-10-1 0,-6 1-1,-1 0 1,5-1 37,0 0 1,2 1 0,0-1 0,1 0 0,0 0 0,-2-1-43,7 1 0,-1-1 0,0 0 0,-1 0 0,-1 0 18,-5 0 0,-1 0 0,-1-1 1,0 1-1,-2-1-51,6 1 0,-1-1 0,-2-1 0,-1 1-152,5 0 0,-3-1 0,-3 0-394,6 0 0,-7 1 560,4-1 0,-33 3 0,-22 2 0</inkml:trace>
  <inkml:trace contextRef="#ctx0" brushRef="#br0" timeOffset="10150">1863 10858 15810,'-53'-2'24,"1"0"0,0 0 1,0 0-1,-8 0 0,3 0 1,5 0-81,-2 2 0,10 0-2461,0-1 2298,17 1 1013,37 0-261,17 0 245,33 0-372,-10 0 0,3-1-899,-4 0 0,6-1 673,0 0 1,9-2 0,3 0-1,-3 0-721,-5 1 1,-3-1-1,3 1 1,4-1 567,-13 1 0,3-1 0,2 1 1,1-1-1,2 1 0,-1 0 1,-1 0-172,-1 0 1,1 0 0,-1 1 0,1-1 0,0 1 0,0-1 0,1 1 159,5 0 0,0 0 0,1 0 0,0 0 0,1 1 0,0-1 0,1 0-164,-6 1 0,0 0 1,1 0-1,0 0 1,0 0-1,1 0 0,-1 1 1,1-1 160,-5 1 1,0-1 0,1 1-1,-1 0 1,1-1 0,0 1 0,0 0-1,0 0 1,0 0-38,1 1 0,0-1 1,1 1-1,-1-1 0,1 1 1,0 0-1,-1 0 0,1 0 1,0 0 59,1 0 1,0-1 0,0 1-1,0 0 1,0 0 0,0 1 0,0-1-1,0 0 1,0 0-4,1 1 0,-1 0 0,1-1 0,-1 1 0,0 0 0,1 0 0,-1 0 0,1 0 0,-1 1-8,1-1 1,-1 0-1,1 0 1,0 0-1,-1 1 1,1-1-1,-1 0 1,0 1-1,1-1 0,-2 1 1,1-1-1,-1 1 1,1-1 0,-1 1-1,0-1 1,1 1-1,-1-1 1,0 1-7,-1 0 1,-1-1 0,1 1 0,0 0 0,0-1 0,-1 1 0,0 0 0,0-1 0,0 1 1,5 0 1,0-1 0,0 1 0,-1 0-1,1-1 1,-1 1 0,-1 0 0,1-1 1,-3 1 0,0-1 0,-1 1 0,1-1 0,-1 1 0,0-1 0,-1 1 1,0-1 4,4 1 0,1-1 0,-2 0 0,1 0 0,-1 1 0,-1-1 0,0 0 0,5 1 1,-1-1 0,0 1 0,-1-1 0,0 0 0,-1 1 34,5-1 0,0 0 0,-2 0 1,0 0-1,-2 0-86,-7 0 1,-1-1 0,-1 1-1,-1 0 1,-2 0-376,3-1 1,-1 1-1,-3 0 1,-3-1 397,23 3 0,-10-1 0,5 1 0,-39-1 0</inkml:trace>
  <inkml:trace contextRef="#ctx0" brushRef="#br0" timeOffset="16507">1415 12228 22263,'-2'-59'838,"0"1"0,-1 9 0,1 9-463,4 19-341,-2 16-34,-1 11 50,-3 22-27,-5 28-12,-1 4-534,2-20 0,-2 5 0,0-2 408,-2 11 0,0 2-147,-1-3 1,0 3 0,0 0-114,3-8 0,0 0 0,1-1-179,0-3 0,1-1 0,1-1 111,0 12 0,1-4-78,3-13 0,2-5 123,3 5 488,-1-27 89,1-24 1397,-2-7-1198,-3-11 0,-2-5-42,1 5 0,-2-3-90,-3-20 1,0-4 38,0 1 1,1-1-101,3 17 0,1-1 0,2 1 50,0-19 0,2 2-143,1 14 1,3 1 119,7-10 1,3 2-299,-3 19 1,2 2 138,5-13 1,2 2-29,-2 14 0,1 3-163,24-15 160,9 12-22,-21 19 0,1 2-194,3 4 1,1 2 179,2 6 0,0 4-9,0 3 1,-2 5-3,-3 5 0,-4 4 3,10 20 8,-31-7 0,-9 1 25,-25 15 0,4-18 0,-6-1 3,-3-10 0,-3-3-9,0-3 1,-1-2 0,3-3 0,0-2 964,-22 5-1306,18-10-434,15-15-1784,18-13-3395,19-14 5949,6 1 0,-8 14 0,-7 13 0</inkml:trace>
  <inkml:trace contextRef="#ctx0" brushRef="#br0" timeOffset="17365">2157 12054 24127,'-43'-28'560,"0"1"1,3 2-1,9 4-308,15 9-90,7 3-94,4 5-63,2 2-55,3 1 72,5 5-33,0-2 11,8 5 0,3 0-11,7 4 28,4 8-23,4 9 6,1 12-22,-1 13-307,-17-22 0,-2 1 340,-2 1 0,-3 0-20,-1 0 1,-3-1 14,-8 27-12,-15-2 17,1-23 34,-18-3-6,10-25-22,0-3 686,-7-22-664,18-6 56,-4-17-39,17-1-50,13-3 22,8 1-22,10 3-6,9 4-227,10 3 215,-19 20 1,3 2 14,2-1 0,2 2-9,3 1 1,0 1-12,-1 0 0,1 1 14,-3 1 1,-1-1 2,25-5 16,-13 1 7,-15 4 16,-14 4-11,-10 3-28,-9 1 17,-7 2-17,-11 5-6,-9 7 239,-7 11-245,-3 7 35,6 6 10,9 2-44,11 1 11,12-4-11,12-5 22,12-6 0,13-6-22,9-7 22,7-6 1,1-9-3326,1-13 3353,-22 1 51,-1-13-6,-23 4-11,-2-7 27,-14-2-21,-9 2-34,-11 3 27,-8 4-27,-1 5-6,2 5 6,7 4 3308,8 4-3471,11 3-251,4 7-790,12 7-8672,29 27 7566,-15-14 0,15 8 0,-30-27 0</inkml:trace>
  <inkml:trace contextRef="#ctx0" brushRef="#br0" timeOffset="17799">3374 12155 25489,'-34'15'54,"-1"0"0,3-2 0,4 3-43,-13 28 12,1-4 27,4-6-27,7-8 77,-2-1 236,21-19-184,3-9-96,4-3 44,6-15-4,6-4 116,22-25-144,-10 18 4,14-11 46,-12 20-12,0 3-38,6-2-35,0 10 1,-1 8-12,0 14-22,0 12 0,-1 16-11,-7 10-163,-13-17 0,-3 1 179,-6 4 1,-6 3-18,-15 17 1,-6-1-505,6-14 1,-3-2 442,-5 0 0,-4 2 1,0-5-99,-1-2 0,-1-3-132,-5 4 1,0-2-925,7-9 1,5-5-5563,-3-4 6789,15-16 0,17-5 0,2-3 0</inkml:trace>
  <inkml:trace contextRef="#ctx0" brushRef="#br0" timeOffset="18008">3462 11772 22408,'-1'-3'3142,"1"0"-2279,0 3-930,-34-26-667,25 35-359,-25-20-7179,36 55 8272,2-10 0,-1-4 0,1-12 0</inkml:trace>
  <inkml:trace contextRef="#ctx0" brushRef="#br0" timeOffset="18382">3612 12248 26732,'41'-19'39,"0"1"0,1-3 1,-3 3 16,5 0 5,-6-1 12,-16-2-34,-15 7 0,0-16-16,-8 15 16,-4-13-11,-5 13 45,-9-4-3364,0 7 3324,0 4 57,-5 11-45,5 8-34,-6 3-6,-7 27-10,8 10-4,11-19 1,2 2-824,3 3 1,4-1 668,6 14-215,5-17 0,4-2 833,23 20-3087,-8-21 0,3-1 2632,-1-5 0,0-3 0,10 3 0,-15-12 0</inkml:trace>
  <inkml:trace contextRef="#ctx0" brushRef="#br0" timeOffset="18967">4445 12357 19955,'13'-39'2601,"0"1"1,-4-7-2389,4 3 0,-5 1 593,-24 2-492,-4 21-79,-19 0-89,-6 22-62,-6 13-68,24-2 1,0 3-34,-4 11 1,2 1 10,-11 15-594,15-11 1,3 2 549,-2 14-96,12-19 1,2 1-476,0 29-46,11-16-1355,18 2-1949,15-21 851,1-12 0,4-5 1529,-2-3 1,1-3 414,10-5 1,-2-3 2021,15-4 2299,-20-2 0,-1-2 1067,6-2-2775,-15 4 0,-2-1 1003,0-1-1247,-12 3-62,-7 1-896,-5 3 1042,1-5-1019,4-1-174,1-2 72,20-15-83,0 3-50,6-6-1,4-7 12,-9-1-20,-13 11 0,-1-3-12,-1-3 1,-2-4-308,-2-14 0,-1 0 316,-5 8 1,-1 0 21,-2-4 1,-2 2 50,-9-8 101,-4 17-141,1 19 12,0 10-33,3 18 5,-6 12 0,-5 21-23,7-11 1,1 4-302,-1 7 0,2 2 304,1 9 1,1 0-12,2-11 1,2 3-17,3-1 0,1 4 1,1-5-10,0-9 0,3 0-187,4 12 0,4 4 1,2-5-310,3-11 0,2-3-490,8 12 1,4-5-3882,20-3-3449,-15-18 8344,-10-12 0,-18-5 0,-5 0 0</inkml:trace>
  <inkml:trace contextRef="#ctx0" brushRef="#br0" timeOffset="19118">4880 12329 26457,'42'-20'-850,"1"0"0,-1 0 0,15-7 0,-8 9 1,-13 19-1,-16 0 0</inkml:trace>
  <inkml:trace contextRef="#ctx0" brushRef="#br0" timeOffset="20441">5626 11264 19227,'16'35'2620,"34"-8"-2502,-12-24 0,8-6 0,0-1-1089,13 3 0,5-1 1062,-7 0 0,7-1 0,2 1 0,-3 0-790,-10 0 1,-1 1-1,0 0 1,4 0 727,-5 0 1,4-1 0,1 1 0,2 0 0,-1 0 0,-1 0-223,6 0 0,1 0 0,-1 1 0,0-1 0,1 0 203,-7 1 0,0-1 0,0 1 1,1-1-1,0 1 0,0-1-2,3 0 1,1 1-1,-1-1 1,1 0-1,-2 1 1,-1-1-259,0 0 0,-2 1 0,0-1 0,1 0 0,4 0 258,-3 0 0,5 0 0,1-1 0,1 1 0,0 0 0,-2-1 0,-4 1-144,5-1 1,-4 0 0,-1 0 0,1 0 0,4 0 139,-5 0 1,4 0 0,1 0 0,2 0 0,-1 0 0,-2 0 0,-2 0 3,-2 0 0,-2-1 1,0 1-1,-2-1 1,0 1-1,1 0-3,7-1 1,0 1 0,0 0 0,-1-1-1,-1 1 8,-4-1 0,0 1 1,-2-1-1,0 1 1,0-1-3,6 0 0,0 0 0,-2 0 1,-2 0 172,8-2 0,-3 1 0,-3-2-99,-12 1 1,-2 0 0,-6-2 725,2-1 1,-10-4-655,-17-14 0,-46-2-42,2 12 0,-4 2 879,-5 0 0,0 2-846,1 1 1,1 0-15,5 3 1,2 0 2720,-13-4-2597,14 4 1491,12 1-1615,8 3-83,5 2 5,2 1 428,17 6-468,16 5-22,-2-1 1,4 2-1,8 3 1,1 3-528,6 4 1,-1 2 448,2 3 0,-3 4-527,-6 2 0,-6 4-3478,-10 2 0,-8 1 4089,-9-4 0,-6-2 0,-6 10 0,-7-20 0</inkml:trace>
  <inkml:trace contextRef="#ctx0" brushRef="#br0" timeOffset="24319">12058 10879 20016,'-6'-55'803,"1"0"0,-1 1 0,1 4 1,0 2-1,2 4-420,-1-4 1,1 5 104,0-19-393,3 44-61,3 18 28,8 51-34,-3-14 0,0 4-888,2 17 0,-1 7 854,-3-16 1,-1 2 0,-1 3-64,-3-1 0,-1 4 0,0 0 0,-1-3-15,0-2 0,-1-2 0,-1 2-83,-1 1 1,-1 4-1,-1-2 1,1-5-111,-4 11 0,-1-5 125,0 6 1,-1-4 106,2-17 1,-1-8 55,-8-6 6,0-43 33,2-34-5,7 10 0,3-5-660,0-10 1,1-4 662,1 14 1,2-1-1,0-2 33,0 0 0,1-3 1,0 0-1,0 3-42,0 1 0,1 3 1,0-3 32,1-14 1,1-4 0,1 2 63,3 8 1,2 2-1,1 1-92,-1 6 1,0 1 0,2-1-13,4-8 0,1-1 0,1 7-16,0 10 1,2 5-12,7-1 1,4 5-1378,26-1 1372,0 5 3,-19 19 0,-1 5-309,19 18 292,-21-2 0,-2 6 14,-1 17 0,-6 4 0,-8-12 0,-4 2-3,-3 18 1,-8-1 2,-12-17 0,-6-3 2,-6 8 1,-5-3 3,-9-1 0,-3-5-6,-5-2 0,-1-3 0,-1-3 0,0-2-31,4-5 0,1-2-218,9-3 0,2-5-1919,-6-10 2168,34-17 0,4 7 0,14-4 0</inkml:trace>
  <inkml:trace contextRef="#ctx0" brushRef="#br0" timeOffset="25079">12435 11197 24523,'37'-43'101,"0"0"1,-1 0 0,-5 5 0,0-1 0,-1 0 0,-3 4-757,3-5 1,-1-1 687,3-11 1,1-8 0,-5 7-23,-8 14 0,-2-2 11,2-6 1,2-10-1,-1-1 1,-3 8 16,-3-1 0,-2 3-15,1 1 0,0-2 1,-4 5 56,-5 8 0,-4 6 14,-5 1 730,-8-6-797,2 24 331,-10 3-314,-8 55-40,7-14-115,5 1 1,0 6 95,4 11 0,2 0 8,4-17 0,1 0 4,-1 9 0,0 5 1,5-3-41,8 10 0,6-2-9,0 1 1,2-2 5,3-3 0,4-4-182,15-3 1,2-6 58,6-4-34,-3-6 0,6-7-1646,0-21 1,-3-6 1816,-11 5 0,-1-3 14,9-8 0,-3-6-229,-13-7 1,-5-2 290,5-9 26,-4 2 1,-3-2 174,-5-10 491,-4-7-479,-15 10 3038,-18 10-3117,-8 16 754,-1 9-765,-11 24-3027,15 8 2870,-5 9-42,8 25 53,15-11-19,4-12 0,2 1-26,3 8 1,14 11 33,2-26 11,11 3 18,-2-21 21,0-17 1,-4-4 100,6-17-117,-6-1 162,5-19-34,-8 7-77,-5 4 128,-6 10 44,-4 10 3197,-1 6-3375,-3 4-57,1 7-10,-6 15-51,4-3-11,-6 34-73,6-9-219,3 22-509,11-9-924,11-2-1519,15-6-6548,10-11 8262,-10-12 0,-8-10 0,-21-6 1</inkml:trace>
  <inkml:trace contextRef="#ctx0" brushRef="#br0" timeOffset="27038">14190 10648 15417,'0'-6'7277,"0"1"-5065,0 5-1405,-55-61-940,35 46 217,-11-19 0,-2 8 297,1 41-325,11-3 5,-4 11 1,0 2-51,4 3-22,2 6 0,3 2-168,7 10-90,7-13 0,5-1-1008,19 15 140,7-14-1580,1-17 1,4-4-3766,19-4 3491,-13-6 0,1-3 2991,-7-5 0,-2-3 0,0-3 0,-1-3 3220,19-19-68,-16 6 3642,-6-17-4139,-15 18-756,0-10-1187,-8 21 699,-4 5-1136,-2 8 504,-5 2-566,-1 5-106,-2 3-74,4 1 68,6 9 0,10-4-51,11 4-44,15-7 22,9-4-17,-4-7-17,19-13 57,-25-5 33,9-12 5,-26-1 18,-14-2-40,-10 7 135,-15-13-68,-3 17-5,-12-5-34,2 17-39,0 8-22,7 7 16,-6 16-39,13 5 17,-5 17-11,13 3-39,7 4-90,15 3-157,13-3-140,15-4-153,-14-26 1,3-3 104,2-3 1,2-3 5,1-3 0,1-4 92,1-4 1,-1-3 119,-1-2 1,-3-3 199,24-17 151,-15-7 112,-14-5 129,-8-1 151,-7 2 67,-1 4-285,-3 11 515,1 0-566,-4 14 608,2-3-782,-4 8 137,3 12-176,-2 1 6,0 21 0,-3 2-11,-5 13-17,-1 2 0,-2-3-11,3-11 22,3-10 39,3-13-27,4-15-1,4-11 1,7-12-7,-1 0 57,8-20-17,-7 13-28,7-14 11,-3 16-22,1 4-22,3 9 5,1 7 22,2 6 12,1 8-18,0 10-10,-3 8 0,-6 11-18,-9 5-4,-8 1 16,-9-1-34,-4-6 12,-2-9 55,3-9-16,6-10 5,2-9 40,8-8-34,3-9-28,7-5 11,5 0-5,1 2 16,1 5-5,-2 6-23,-2 6 6,-2 6 6,1 7 5,1 6-39,4 9 6,3 6 22,6 3-6,0-1-11,3-4-11,1-6-3459,19-7 3459,-15-6-343,24-10 327,-20-6-1037,-14 0 1,0 0 1080,7-7 23,-1-12 21,-25 7 2139,-2-11-2121,-5-3 353,-9-1-347,-5 3 38,-12 6-72,7 15 3408,-8 8-3420,10 18 29,-4 9-12,3 13-45,1 8-5,5 4-28,3 2 0,6 0-3588,17 5 3487,0-18-424,29 1-108,3-25 285,-16-5 1,3-3 5,1-4 0,1-2 123,-1-2 0,-2-2 205,1-7 0,-4-1 137,8-8 134,-12-16 118,-25 15 3431,-6-7-3286,-4 6 169,2 4-202,1 7-129,3 6-213,1 5-44,2 4 11,1 9-34,2 9-17,1 11-10,-3 9 4,-2 3-10,-3-2-23,-1-5 6,-2-6-6,1-10 6,1-7-11,1-7 5,11-17 17,3-4 11,15-24 11,-9 15 18,7-12-29,-10 19 6,2-1-1,-1 8 1,-2 7-17,0 4-11,0 10 22,0 6-11,1 9 23,4 5-1,18 6-22,-6-11 5,-3-8 1,3-2 0,18-5-6,14 0-280,-2-12 275,-7-8 27,-5-23-11,-21 6-6,-13 1 1,-3-3 34,-1-27-21,-3 5 1,-2-2 13,-1 6 1,-1 0-442,0-7 1,-1 4 502,-1-7 146,-2 11 0,0 26-72,0 2-169,0 11 248,0 6-248,-2 29 970,-4 14-970,-1 7 0,0 5 0,0-4 0,1 1-222,-1 0 1,2 2 221,5 9 0,6-2 0,4-19 0,2-2 0,0 9 0,3-2-236,13-3 0,2-6-94,1-3-894,4-7 1,2-5-6922,8-13 7333,12-5 1,-28-6 0,-13-2 0</inkml:trace>
  <inkml:trace contextRef="#ctx0" brushRef="#br0" timeOffset="27270">16774 10446 27275,'37'-15'54,"-1"0"0,6 2 1,1 3-58,8 9 0,2 4-1211,0-2 1,-1 0 1132,-12 0 0,-2 0-611,3 0 1,-3 0 859,4 1 1,-8-1 0,-19 0 0</inkml:trace>
  <inkml:trace contextRef="#ctx0" brushRef="#br0" timeOffset="29146">9066 11402 21623,'-39'-24'325,"11"8"-122,41 25 77,15 6 50,25 6-842,-15-8 0,3-1 632,12 2 1,4 0-466,-12-4 1,3 1 0,1-1 403,8 1 1,1 0 0,3 0-574,-11-2 1,2 0 0,1 1 0,1-1 531,5 1 0,1 0 0,1 1 0,0 0-371,-9-2 1,1 1-1,0-1 1,0 1-1,0 0 356,2 0 1,-1 0-1,0 0 1,2 1-1,0 0 0,-3 0 1,3 1 0,0 0 0,-1 0 0,-1 0 0,-3-1-86,5 1 0,-4-1 0,0 1 1,2 0 82,-2 0 0,3 1 0,0 0 0,-3 0 0,-5-2 2,0 1 1,-6-2 0,1 0 5,4 2 1,1 0-1,-3-1 309,5 1 0,-4-1-257,12 3 1771,-29-8-1423,-16-4 2505,-10-3-2858,-2-4 1774,0-2-1830,0-4 238,0 1-249,1 2 22,0 2-11,0 3 11,1-2-11,-2 1-39,-6-6 39,1 2 11,-11-5-5,-3 3 16,-8-4 6,-6-1 6,-4-3-12,-4-2-16,-2-3 39,-3 0 78,4 2 73,5 4 62,11 5-56,9 6-118,10 2-51,4 2 6,7 2-5,8 2-3387,24 5 3364,-4-1-74,-2 2 1,1 1 73,19 8 6,-18-5 0,-1 4-31,1 6 0,-3 3-14,6 25-90,-25-18 0,-7 1-380,-14 15-1790,-8-17 0,-3-1 2288,-14 10 0,5-6 0,13-15 0</inkml:trace>
  <inkml:trace contextRef="#ctx0" brushRef="#br0" timeOffset="35358">12406 12110 17153,'0'-58'1250,"1"0"1,-2 7 0,-1 11-1178,1 25 1518,-3 8-1451,4 28 508,0-2-547,0 40-54,-2-17 1,-1 2-348,0 2 1,-1 2 307,-2 10 0,0-1-1075,0-12 1,-1-2 1083,1-5 0,0-2 11,-3 20 84,2-21-28,3-18 95,3-25-128,4-18-17,4-23-15,-2 16 1,2-1 122,0-8 0,1-2-122,0-6 0,0-1 8,0-3 0,0-1-8,-1 12 1,-1-1-1,0 4 1031,1-2 0,-1 2-1034,1-1 0,0 3 16,12-10-38,1 16 27,14-5-28,-9 22 18,13 8-40,-6 10 621,14 19-643,-7 20 33,-12 0 14,-19-10 1,-7 0 2,-20 20 0,1-19 0,-4 1 325,-6-1 1,-4-1-315,-1-4 0,-1-3 22,3-5 1,2-3 123,-14 2 5,20-13-72,13-10-28,14-1-34,2-1 28,30 2-56,-16 6 543,21 2-554,-8 9-22,18 11-57,7 1-406,-21-10 0,1-2 308,-2-5 1,0-1-231,3-3 1,1-1-359,2-4 1,0-2-362,0-3 0,-1-2-292,-2-3 1,-2-3 114,-5 0 1,-3 0 557,10-10 762,-14-5 1109,-18 13 783,-9-4-783,-5 12 1808,-13 3-687,5 3-1211,-3 1-409,7 1-348,6 0-206,2 0 56,3 5-79,0-1 12,7 10-40,-2-6-5,18 7 10,-2-12 7,13-2-18,-2-12 23,-1-8 0,-5-9 23,-9-3 50,-8-1-12,-14 0 1,-9 3-1,-12 6 12,-6 7 22,-4 8-39,0 10 6,3 8-17,5 9-56,6 9 22,8 7-45,6 5-11,13 3 17,9 2-22,14-3 5,13-4-44,12-9 27,-20-18 0,2-3-420,3-3 0,1-4 432,3-3 0,-1-4-9,-1-3 0,-1-4-108,-2-2 0,-1-4 139,-4-1 0,-3-2 16,-4 0 1,-3 0 23,10-22-18,-15 9 84,-12-14-16,-13 15 67,-7-16 28,-8 13 44,-2 5 941,2 6-913,8 8 174,6 8-380,5 5-29,5 3-11,7 6-11,8 8-11,11 11 6,11 9-35,10 6-87,-21-17 0,0-1 118,-1 1 1,-1 0-37,12 21-61,-20 0-208,-30 0-453,-23 1-180,10-22 1,-3-1-2230,-2 0 0,-1-2 2347,-22 9 0,20-12 1,17-9-1</inkml:trace>
  <inkml:trace contextRef="#ctx0" brushRef="#br0" timeOffset="35758">14224 11812 18778,'4'-7'4577,"-1"1"-2657,-3 6-978,0 0-735,-15 10-67,12 14-56,-12 16-50,17 10-12,5-2-11,7-4 0,11-9 23,8-11 5,7-10 17,3-14 11,1-12 1,-4-11 21,-4-8 12,-9-6 5,-10-2-5,-9-4-28,-10 2-28,-6 3-23,-6 8 23,-1 8-67,5 11-270,3 4 80,6 9-600,4 5-1037,7 5-1545,7 5 3394,12-1 0,-12-7 0,1-3 0</inkml:trace>
  <inkml:trace contextRef="#ctx0" brushRef="#br0" timeOffset="36542">14850 11772 26553,'-2'-15'162,"3"15"-111,0 28 5,1 15-6,-7 8-44,-4 1 10,-5-3-21,1-8-6,3-11 33,5-12 34,5-10 11,5-15-28,5-12 6,4-13 11,2-11-39,0-4 5,0-1 18,1 1 27,2 8 0,4 7-50,2 8 11,5 8 0,4 7-17,3 8-39,3 13-34,0 13 34,-3 13 12,-11 10-1,-13 3 56,-21 8-33,-1-21-1,-10 1 23,12-27 23,1-9-46,5-7-16,6-28 22,-1 10 17,9-27-5,2 13 21,4-9 35,5 3-57,17-1-3414,1 18 3392,-3 4-17,-2 25-11,-18 13 45,6 25-22,-11-9-2230,-2 29 2246,-8-36-90,5 26 79,-2-33 2212,20 11-2212,-6-22-6,16 1-5,-5-9 0,3-3 11,27-3 11,-17 0 0,1-1-3,-9-4 1,-3-2 2,10-15-5,-13-1 3318,-23-11-3206,-18-14 91,3 9 6,-4 4 1,-1 2-59,4 11 5,-4-15-43,9 33-119,2 11 0,-1 4 0,5 40 0,-1-12 0,1 3 0,0 3 0,5 17-1696,6-14 0,2 0 1696,11 14-1547,15-15 1,6-8 1447,-17-19 0,-1-4 0,6 5 0,-3-2 0,-2-9 0</inkml:trace>
  <inkml:trace contextRef="#ctx0" brushRef="#br0" timeOffset="38442">13030 12886 14019,'-63'8'165,"0"-1"1,1 0 0,8 0 0,1-1-1,6 1 325,4 1 0,6-1 457,-4 2 380,27-4-694,33-6-28,32-8-356,-8 0 0,7-1-922,-6 1 1,2-2 0,4 0 732,-5 1 0,2-1 0,1 0 1,2-1-26,8-1 0,2-2 0,1 1 0,-2 0-19,-8 2 1,-3 0 0,4 0 0,6-1-212,-7 1 1,6 0 0,5-2-1,4 0 1,0-1 0,0 1 0,-2 0-1,-5 1 1,-6 2 198,2-1 1,-7 2-1,-1 0 1,1 0 0,6-1-175,-5 0 0,5 0 0,4-1 0,1 0 0,2-1 0,-2 1 0,-1 1 0,-4 0 0,-4 2 173,6-1 0,-4 1 1,-3 1-1,0 1 1,1-1-241,1 1 1,0 0 0,0 0 0,1 0-1,2 0 232,6-1 1,2 0 0,2 0-1,-2 0 1,-1 0-4,-6 2 0,-1 1 0,0-1 1,-1 1-1,-2 0-5,6-1 0,-1 0 0,-2 1 0,-2-1-25,6 0 1,-2 1 0,-5 0 447,8-2 0,-7 1-774,8-1 460,-39 2-96,-35 1 0,5 2 0,-9-1 0</inkml:trace>
  <inkml:trace contextRef="#ctx0" brushRef="#br0" timeOffset="39232">11959 11621 11234,'-5'0'448,"1"0"2851,4 0-2621,85-51-1439,-55 40 0,2 1 1058,13-9 0,6-5 0,-2 4 100,9 8 1,0 3-193,-12 0 0,1-1 1,3 0-44,6-1 1,3-1 0,1-1-782,-9 2 1,2-1 0,1 1 0,0-1 690,7-1 1,0 0 0,1 0 0,2 0-34,-9 2 0,1 0 0,1 1 1,1 0-1,-1 0-215,4 0 0,1 1 1,0-1-1,1 2 0,0 0 190,-9 1 0,1 1 0,1 0 0,-1 1 0,1 0 0,0 0-231,0 1 0,1 0 1,0 1-1,1 0 0,-1 0 1,0 0 213,0 1 0,0-1 0,0 2 0,0-1 1,0 1-1,-1 0-8,1 0 1,-1 0 0,1 0-1,-1 1 1,-1-1 0,-2 1 12,-2 0 0,-4 0 0,1 0 1,2 0-1,8-1 21,-5 1 0,7-1 0,4 0 0,4 0 0,2 0 0,0-1 0,-1 1 0,-4-1 0,-4 1 0,-7-1-10,7-1 0,-9 1 1,-2-1-1,3 0 1,6 0-9,-3 0 1,7 1-1,5-1 1,3 1 0,-1-1-1,-1 0 1,-5 0 0,-6-1-1,-9 0 10,12-3 0,-10-1 0,-3 0 488,17-2 0,-5 0-481,-12 2 1,-5 1 1776,9-1-1743,-19 4 381,-23 3-3714,-5 1 0,-7 0 0</inkml:trace>
  <inkml:trace contextRef="#ctx0" brushRef="#br0" timeOffset="44087">17919 10373 264,'17'-48'1375,"0"0"0,0 0 0,0 1 0,1-2 0,-2 4 0,1-2 281,3-7 1,0 0 0,-2 5-1027,-2 8 0,-2 3 352,3-7 1,0 1 31,3-4 209,-14 32-1134,1 2 3291,-8 28-3170,-8 13-1,-3 6-117,-4 12 1,-1 3-562,-3 6 1,-3 5 496,2-7 0,-3 7 0,-1 1 0,1-1-727,4-9 1,0 0-1,0 0 1,0 1 691,0-3 0,0 1 0,0 0 1,0 1-1,-1 1-30,1 0 0,-1 1 0,0 0 0,0 0 0,1 0-470,0-1 0,1 1 1,0 0-1,1 0 1,-1-1-20,2 0 1,-1-1-1,1 0 1,1 0-1,0 1 391,0 4 1,0 2 0,1-1 0,1-3 0,2-7-1,-1 12 1,3-8 0,5-11 0,0-1 0</inkml:trace>
  <inkml:trace contextRef="#ctx0" brushRef="#br0" timeOffset="44554">18749 10350 17776,'-11'-46'1411,"-1"-1"0,4 7 1,-2 9-700,-3 20-505,5 20-106,-2 3 30,2 16 1,0 7-104,1-3 0,-1 1-256,-1 6 0,0 4 35,-2 18 0,1 1-1635,5-16 1,0 0 959,-1 9 0,0 0-4048,3-4 1,2-6 3856,1 0 0,0-2 0,0-33 0</inkml:trace>
  <inkml:trace contextRef="#ctx0" brushRef="#br0" timeOffset="44927">18971 10113 22010,'-30'1'191,"8"5"-129,25 23 61,7-8-56,2-9 263,11-9-117,-6-12-34,7-8 34,-8-9 56,-5-5-23,-7 0-61,-12 3-95,-2 8 111,-22 2-128,5 13-39,-14 7-29,14 5-21,-2 22-24,19-11-195,-1 22-330,18-7-777,3-3 0,2 1-1697,2-2 1,1-1 2359,2 4 1,-1-3 0,2 1-1,-8-14 1</inkml:trace>
  <inkml:trace contextRef="#ctx0" brushRef="#br0" timeOffset="45962">19269 10329 16784,'0'-4'5108,"0"1"-2380,0 3-2683,-11-49-23,9 45 1,-10-27-12,10 54 11,-3 39-16,-2-8-267,2-13 1,0 0 260,1-8 0,0-2-6,-2 20 6,2-19 112,3-14 28,4-17-73,5-12-33,7-13 39,7-13-34,-1 4 62,11-21 6,-8 20 492,8-12-531,-8 19-40,-2 8-6,-1 7-5,0 6-6,-1 8-5,0 11-12,-4 13 0,-4 13 12,-4 8-12,-3 1-5,-1-3 11,3-8 34,5-11-1,4-10 1,8-14-12,10-14-16,9-11 5,-6-2 17,-11-1 0,-1-2-235,3-18 243,-10 12 1,-1-2-4,-7 5 1,-2 1 61,3-32 23,-4 6 5,-4 3 23,-2 9 27,0 7-5,-1 9-33,-1 8-29,1 7-27,-1 5 284,1 4-262,0 2-17,0-1-28,-2 0-11,0-2 0,-2 1-28,1 0-6,0 2-11,1 0 56,2 2-45,-2-3-5,1-3-6,-2-6 5,-2-4-16,2-2 17,0-5 16,1-3-22,1-4 11,0-1 12,-1 5-23,0 6 0,0 10-12,1 5 1,0 7 22,0 9 6,1 11-6,-1 14 1,0 13-12,-2 12-9,1-25 1,0 3-12,-2 16 1,0 0-464,1-15 0,0 0 410,-1 20 0,2 1-70,3-20 1,3 0-155,3 10 0,6-1-246,4-3 0,6-4-331,4-3 0,5-4-1243,1-6 0,1-4 1989,-5-6 0,-2-4 1,6 3-1,-18-12 0</inkml:trace>
  <inkml:trace contextRef="#ctx0" brushRef="#br0" timeOffset="46769">19747 10358 17322,'-6'-3'4632,"1"1"-2985,5 2-1675,12-44-95,25 26 11,-8-10 0,2 1-395,9 15 1,3 5 234,-2-3 1,0-1-1689,2-3 0,-3 0 1792,12-4 45,2-8 179,-33 12 112,-4-2 44,-10 3 52,-12 5 442,-5 4 308,-13 5 2837,5 4-3661,-1 3-22,11 0 146,4 1-73,2 3-73,2 3-34,8 1 0,13 4-83,0-8 5,17 1-28,-8-9 5,9-3 7,-3-7 21,-6-5 7,-8-7 44,-10-8-78,-9 7 16,-11-7 28,-7 13 51,-17 1-90,10 5 124,-18 10-113,24 1 23,-11 12-17,14 4-17,-1 10 17,6 17-33,5-1-23,5-1 11,10-2-22,8-10-29,24 12 12,1-13-3375,12-6 3398,-17-17-12,6-12 17,-13-8 33,13-16-16,-19 5 17,5-24-23,-22 14 6,3-6 39,-4-2 5,0 10 3399,5-7-3365,9-3-62,-6 16 7,15-5-29,-5 16 22,6 1-27,-2 6-34,-1 18 34,-11 8-12,-4 7-5,-10 12-56,-3-4-124,1 10-1226,10 14-370,5-16-1327,15 3 554,-5-28-5802,17-9 8362,-12-10 0,-4 1 0,-14-2 0</inkml:trace>
  <inkml:trace contextRef="#ctx0" brushRef="#br0" timeOffset="47415">21218 10244 11362,'0'-6'9830,"0"1"-8483,-4-24 1,0-5-335,1 10-817,-1-12 0,0 3-3752,4 21 3651,0 8 837,3 5-904,2 14 28,2 28-11,-6-10 0,-1 2-6,-1 3 0,-2 2-136,-1 1 0,-2-2 114,-5 19 3288,4-14-3294,4-17 62,2-14-23,2-9-16,2-7-6,9-16-3061,-3 2 3072,6-12 1,0-3-58,1-10 43,-3 10 0,0-4 8,-1-1 1,-1 1 17,6-11-23,1-9 33,-6 31-21,-5 13 71,4-5-32,-5 9 3374,1 0-3374,-4 6 68,-2 1 94,-1 1-213,1 2-12,0 1-77,4 2 44,1 2 28,7 8 12,-2 1 10,4 10-38,-6-6 10,4 17 6,-4-10-11,4 14-11,0-8-39,3-2 27,1-1-33,3-3-330,-1-2-90,-5-8-3355,6 3-6000,-6-12 8056,2 2 0,-8-9 1,-6-1-1</inkml:trace>
  <inkml:trace contextRef="#ctx0" brushRef="#br0" timeOffset="47829">21987 10094 12665,'0'-10'3422,"0"3"318,0 7-2614,0 0 484,-5-65-1347,-4 42 179,1-15 1,-5 5-281,-15 25 2613,-7 6-2691,-1 10-17,8 3-44,8 7 10,11 0 12,6 2-6,11 0 17,7 2-5,12 4 5,11 3-40,11 3-170,-22-14 0,2-1 151,-1 1 0,0 0 3,20 16-44,-16 0-12,-21-1-79,-25 2-218,-21 2 20,9-19 0,-3-1-239,-2-2 1,-1-3-530,-2-2 1,2-4-110,-18-3-8621,-2-22 8755,32 7 1,-2-8 0,19 16 0</inkml:trace>
  <inkml:trace contextRef="#ctx0" brushRef="#br0" timeOffset="47996">21946 9982 23297,'-29'44'23,"-1"-1"1,1 1-1,2-3 1,2 0-1,6-2-670,11 1 1,5-1 646,0 3 0,1-3 0,-1 6 0,3-9 0</inkml:trace>
  <inkml:trace contextRef="#ctx0" brushRef="#br0" timeOffset="48629">22138 9839 21959,'-1'-50'1318,"0"0"1,1 6-1,-1 7-864,-2 16-236,4 10-89,4 10-6,7 14 1,9 17-35,7 23-449,-12-17 0,0 1 382,0 6 1,0 0-15,-1 3 0,-2-1 6,0-1 0,-2 0-1563,-2 2 1,-1-3 1542,1 11 12,-4 0 39,-7-38 33,1-3-16,-1-14 509,1-13-548,4-15 5,5-24-12,0 14 23,6-19-11,1 27 0,4-3 17,3 10-45,1 9-17,3 8 3409,4 6-3375,3 12-22,4 8-18,2 12 23,-14-6 0,0 1-22,10 13 22,3 7 0,-22-28-17,-4-9 28,-1-11 1,2-9-18,3-11 12,1-8-1,0-7 6,-4 1 6,-1 2 6,-4 9 49,-3 5-38,-3 11 50,-2 1-34,0 7-44,0 0 0,0 4-6,0 13-12,2-1-27,3 18-90,5-4-162,9 9-353,12 0-1053,10-4-3489,6-6 5186,-6-8 0,-15-10 0,-15-6 0</inkml:trace>
  <inkml:trace contextRef="#ctx0" brushRef="#br0" timeOffset="48803">22856 9710 21461,'16'16'-639,"-6"-15"1,-6 20 0</inkml:trace>
  <inkml:trace contextRef="#ctx0" brushRef="#br0" timeOffset="49278">23211 9888 26122,'10'32'145,"1"0"1,4 6-1,2 1-89,0-6 0,0-2-870,1 2 0,0 1 811,6 9 1,-2 0 4,-8-8 1,-2 0 5,2 16 1,-3 0-12,-5-17 0,-2-2 0,-4 8 1,-4-3 503,-11-5-512,-9-2 282,-5-17-271,-2-16 22,-2-13-19,11-6 0,0-2 14,-9-14 5,9 1 0,4-2-16,4-7 8,11 5 0,5-13 0,1-2 0,0 7-570,3-4 1,2 0 562,-2 7 0,0-4 0,1 0 0,2 7 18,4-2 0,3 7 20,13-16-28,-5 22 0,2 2-1,10-5 9,-4 18 1,1 4-32,8 8 6,10 3-22,-5 20-12,-7 29 29,-9-7-12,-14-3 0,-8 2 0,-19-5 0,-5-2 6,-8 23-23,-9-22 1,-8-4-1250,-7-12 0,-1-5 355,9-1 1,-1-1 927,-14-1 0,6-3 0,18-5 0,2-1 0</inkml:trace>
  <inkml:trace contextRef="#ctx0" brushRef="#br0" timeOffset="50836">18039 11152 11104,'-46'2'1576,"1"-1"1,-1 1 0,-11-1 0,9 1-126,14-2-583,29-2-666,6-2 431,59-12-449,-11 4-832,-10 3 1,5-1 0,1 1 708,-3 0 1,0 1-1,3 0-423,-1 0 0,3 0 1,1-1-1,1 1 387,4-1 0,0 0 1,3 1-1,3-1-240,-8 1 1,2 1 0,3-1-1,0 1 1,0-1 0,0 1 224,-3 0 0,0 1 0,0 0 1,0 0-1,2-1 0,1 1-219,2 0 0,2-1 0,2 0 0,0 1 1,-1-1-1,-1 1 0,-4 0 209,6 0 0,-4 1 0,-2 0 0,3-1 0,4 1-92,-7 0 1,5 0 0,3 0 0,0 0-1,1 0 1,-2 0 0,-4 1 0,-5-1 89,1 1 1,-6 0 0,-1 0 0,1 1 0,6-2-2,-1 1 1,3 0 0,5-1 0,1 1 0,0-1 0,0 0 0,-2 0 0,-4 0 8,5-1 1,-3 0 0,-1-1-1,-2 1 1,1 0 0,0-1-61,1 1 1,-1-1 0,0 0 0,0 1-1,-2-1 1,0 0 56,6-1 1,-1 0-1,-1 0 1,-1 0-1,-3-1 121,1 0 1,-2 0-1,-2-1 1,-3 1-116,-1-1 0,-4 0 1,2-1 251,12-2 0,1 0 0,-4-1-216,3-1 0,-6-1-6,-8 4 0,-7 0 1751,-10-8-1897,-33 9 2016,-15-3-6227,-21 7 4318,-1 4 0,12 3 0,13 0 0</inkml:trace>
  <inkml:trace contextRef="#ctx0" brushRef="#br0" timeOffset="58042">8913 11366 8718,'-2'-4'3269,"0"1"824,2 3-3105,-18-23 7,10 12-742,-11-15 426,14 19-459,4 6-232,0-1 157,6 2 355,0 1-167,4-1 61,-2 1-81,1 2-90,-1 5-197,-2 2 153,3 17 53,-4-5-322,4 12 69,-1-11-106,1-4 19,0-8 65,2 0 18,-5-7 47,3 1-152,-7-4 633,2 0-249,-2-1 363,-1-3-349,-1-2-63,-3-5-22,-3-2-105,-4 0-74,1 2-23,-5-2-90,5 2-81,-4-4-86,3 1 174,2-3 177,2 3 89,1 2 23,2 3 0,1 4-140,2 3-25,1 1 417,11 6-357,0-1 20,11 6-21,-1-2-36,4 1-88,-5-1-4345,14 12 4382,-15-6 1,3 2 0,-14-9 0</inkml:trace>
  <inkml:trace contextRef="#ctx0" brushRef="#br0" timeOffset="78653">915 13615 18076,'-36'12'350,"12"-1"41,39-5-152,14-2 183,21-8-206,-11-2 1,5-4-1176,14-5 0,6-2 1122,-10 1 0,3-1 0,2 0-510,-7 2 1,3-1-1,1 0 1,2 0 428,-7 2 0,1 0 1,1 0-1,3 1 1,4-1-35,-6 3 0,4-1 0,4 1 0,2 0 0,-1 0 1,0 0-1,-3 1 0,-4 0-380,8-1 0,-3 0 1,-3 1-1,1 0 1,5 0 360,-7 2 1,4-1 0,2 0 0,1 1 0,-2 0 0,-2 0 0,-4 1-265,0 1 0,-3 0 0,-3 1 0,1-1 0,0 0 247,4 0 1,-1 0-1,0-1 1,1 1-1,2-1-31,-2 0 0,2 0 0,0 0 0,1 0 1,-1-1-1,0 1-83,-4 0 1,0 0 0,-1 0 0,0 0 0,1 0 0,0 0-366,2 1 1,2-2 0,-1 1 0,0 1 0,-2-1-1,-3 1-572,4 0 0,-4 0 0,-1 0 0,2 1 1032,5-1 1,2 1 0,-4 1 0,-11 0 0,11 2 0,-6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3:36:21.4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3149 2527 20168,'-2'-44'2327,"1"1"0,1 6-2255,-1-6 1,1 5 56,3 25-39,2 10-57,1 5 18,1 4 123,10 35-79,-8-1-64,-1-5 0,-2 1-14,-8 26-6,-5-1 11,-5-9-5,2-16 168,0-8 196,6-20-62,0-4-190,4-17-45,-2-14-28,1-16-37,2 12 1,1-2-265,1-6 1,1-1 260,2-6 1,0 0-377,2 0 0,1 1 362,-3 11 1,2 1-105,5-4 0,2 3 102,10 0 17,16-8-6,2 22-22,8 10 11,6 7-17,4 12 11,-13 2 0,-16 4 1,-3 4-28,0 14 10,3 21 8,-37 2 6,-5-26 1,-4-1 19,-5 0 0,-2-1-8,-1-2 0,-1-2 2,-21 15 29,6-13 11,7-12 433,10-8-367,-4-22 656,14 6-744,-6-19 263,14 10-275,0-3-28,5 5-11,10 1 28,7 9 205,17 0-26,11 10-122,-16 1 1,2 2-30,3 3 1,1 3-77,2 1 1,-2 3-163,-4 1 0,-3 3 87,11 21 50,-28 0-199,-28-1 26,-21-3 98,10-20 1,-3-1-299,-4-1 0,0-2 115,0-1 1,0-2-463,-28 2-2038,14-12 2873,15-19 0,16 8 0,10-7 0</inkml:trace>
  <inkml:trace contextRef="#ctx0" brushRef="#br0" timeOffset="455">4425 2262 19537,'-3'0'7264,"0"0"-5540,3 0-792,-83-2-187,27 13-545,4-9 1,1 3-162,17 8 1,6 2 527,-13 13 457,-5 8-597,13-5-360,8 15-67,21-16 0,12 9-522,20-17-233,15-10-249,8-12 43,2-12 230,-5-11 170,-8-8 293,-9-5 646,-10-1-41,-7-6-205,-8 15 98,-3-3 82,-5 20-181,0-1-102,-2 8-218,2 4 607,-2 8 39,0 9-146,-2 11-59,3 9-438,0 6-245,7 3-276,6 5-508,9-1-1888,8-3-4489,8-6 7471,-3-14 1,-11-12 0,-8-9 0</inkml:trace>
  <inkml:trace contextRef="#ctx0" brushRef="#br0" timeOffset="915">4842 2429 24315,'-6'-43'540,"-1"1"1,1 3 0,-5 12-512,-18 34 390,-9 14-91,-6 16-644,19-12 0,1 1 349,1 4 1,1 2-45,1 2 1,4 1-70,2 1 1,4 2-37,2-2 1,5 1-64,5-2 1,5-2-502,17 20-11,21-21-307,16-23 259,-25-15 1,0-6 241,5-5 0,0-4 182,1-6 1,0-3 215,-1-2 0,-2-2 100,-2-3 0,-4-2 100,-2-2 0,-3 0-8,-7 8 1,-2-3 490,5-17 1,-3-2-104,-7 19 1,-2 0 97,4-14 1,-2 0 8,-5 17 1,-2 2 374,2-16-151,-5 16 128,-2 16-657,-1 8-71,0 6 52,-3 26 1,-2 15-354,1-8 94,-2 20 1,-1 5-173,2-20 1,0 0 41,-2 14 0,-2 2-104,1 4 1,0 1-204,1-2 0,1 0-267,3-6 0,3-2-755,4-9 0,3-4-5496,14 9 6165,4-23 0,-9-14 0,-7-7 0</inkml:trace>
  <inkml:trace contextRef="#ctx0" brushRef="#br0" timeOffset="2325">5617 2303 25098,'-31'-17'146,"0"0"0,-5 7 1,2 11-26,9 16 1,2 9-777,-10 4 0,-1 2 761,-1 2 0,-1 2 10,-4 9 1,4 1-106,13-16 1,4 1 228,-1 3 1,8-2-242,25-4 215,15-5-311,11-10 1,4-3-27,12 3-188,-12-6 1,0-1-158,16-3-426,2-3 158,-24-3 1,2-2-805,4-4 0,0-3 565,-7 0 1,-2-2 333,9-9 0,-2-2 1033,6-14 795,-6-8 1245,-26 13-700,-15 6-279,-9 7-384,-9 5-229,-4 4-234,-4 6 287,2 3-674,2 7-119,4 4-38,7 8-40,5 5 6,10 3-36,22-2 0,9-4 36,9-5-28,-7-1 0,-1-5 16,0-25 40,-15-10 6,-2-6-34,-4-1 45,-10-3 16,-5 8 23,-8-4-16,-6 6 10,-21 10-67,8 9 56,-21 13 12,14 8-57,-7 12-33,7 9-23,6 21 6,14-14-16,6 23-12,17-18-23,5-12 1,5 0-15,0-6 1,5-3-493,7 1 0,3-4 484,14-3-326,12-19 281,-14-16 79,-12-1 0,-1-4 41,-5 1 1,-3-3 25,5-5 0,-3-1-11,3-11 28,-1-6 44,-13 13 18,1-3 55,-6 9 855,-6 14-994,-2 5 294,-2 9-328,-1 7 33,-3 9 23,-2 15-39,-6 12 10,-4 8-27,-1 1-6,0-2 29,3-8-12,4-7 22,5-16 17,4-12-22,3-12 17,17-34-46,-1 6 24,9-14-12,-3 7 11,-1 11-6,5-2-10,-6 12-6,3 6 22,-7 10 0,11 13-33,-5 9-18,4 15 35,-11-4-62,7 19-101,-6-13-196,12 17 84,-8-20-942,28 1 785,-18-22 42,2-4 1,4-4 4,3-9 1,2-4 31,0 1 0,1-3 389,6-6 0,-3-2-372,-12 0 0,-5-1 481,12-14 246,-8-10 348,-12-3-3060,-7 2 2606,-4 4 334,-14 19 69,-34 12-509,9 7-37,-7 6 0,-3 5-20,1 8 1,1 3 76,0 2 0,1 3-175,-4 5 1,4 3-12,12-3 1,5 0-1,3 1 0,5 0-19,1 24-17,21-9 0,15-16-5,19-18 10,13-22 3239,-9-7-3214,-4-17 1,-4-6 8,-4-4-348,-15 12 0,2-6 0,-5 1 373,-8-4 1,-3-2-1,3-13 1,-1-3-15,-3-2 1,-1 2-1,-2 13 0,-1 0 82,0-7 0,-2 4-2456,0-1 2469,0-6 197,-3 30-264,0 19-27,0 1-12,-2 27 11,-1 15-16,0-1 0,0 5-539,-1 3 1,-1 6 0,1-3 515,-1 7 0,-1 1-65,-1 6 0,0 5 0,1-3 119,2-12 1,1-2 0,1 1-847,-1 10 1,2 3 0,3-1 808,5 0 0,3 0 0,-1-6 0,-3-5 0,2-5 0,5-10 0,0 0 0</inkml:trace>
  <inkml:trace contextRef="#ctx0" brushRef="#br0" timeOffset="2905">8667 2635 19002,'10'-45'1180,"0"0"0,1 1 1,2-18-1,-3 6-418,-12-7-190,-9 12-147,-9 13 271,-10 14-539,-5 11 70,-4 15-182,-1 12-23,10 5 82,-6 28-99,22 3-5,-1 2-17,27 8 12,18-18-32,3-10 1,5 1 8,-3-4 0,2-2-216,1 0 1,1-1 231,-1-2 1,-3 0-9,-6-3 1,-3 0 2,17 13 12,-18 0 16,-42-20-17,-20 1 12,-20-5-235,23-7 1,0-2 188,-2-2 1,2-3-67,-19-5-422,19-7 1,4-5-1809,-2-17 2336,13 9 0,3-1 0,5-1 0,9 6 0</inkml:trace>
  <inkml:trace contextRef="#ctx0" brushRef="#br0" timeOffset="3292">9187 2524 22021,'6'-8'4005,"0"1"-3596,-6 7 213,0 0-4790,-18 35 4185,14-14 429,-3 9 1,4 3-424,16 9-18,11 11 6,6-8-11,1-12 6,-3-13 11,-5-12-17,-2-15 11,2-13 34,0-15 16,0-11 102,-1-12-90,-9 18 106,-2-6 62,-7 27 27,-1 2-251,-2 23-6,-1 4 1,-3 31-1,-5 9-6,2-13 1,0 3 1163,-3 5 1,0 2-1282,-2 6 0,0 1-423,-1 3 1,0 1-1847,-1 3 1,0-1 2380,3-7 0,0-5 0,3-14 0,1-5 0,1 4 0</inkml:trace>
  <inkml:trace contextRef="#ctx0" brushRef="#br0" timeOffset="3790">9925 2591 24127,'-6'-47'969,"0"1"0,0 5 0,0 8-655,-2 15-191,-1 11-78,2 7-39,-2 10 10,-1 9 1,1 16-11,2 10-1691,13 4 0,4 0 1696,3 8-14,5-6 1,6-2-85,12-6 81,-13-18 1,0 0-6,19 14-23,-14-8-16,-19-8-79,-25-3-392,-36-3 219,7-6 1329,6-7 0,-1-3-2461,-16-14 224,22 0 0,1-3-610,2-8 0,4-4 128,4-4 1,3-3 943,6-2 0,4-1 737,4 3 0,4 1 767,11-24-1641,19 7 1876,-4 22 1071,18-1-153,-16 17-306,0 0-584,-11 7-214,-8 5-161,-19 22-476,2-3 51,-22 34-175,17-25 1,-2 1 1274,-4 10 0,-2 2-1588,1 3 0,0 1-1947,2 1 1,2-2 2215,4-5 0,1-4 0,0 10 0,7-22 0</inkml:trace>
  <inkml:trace contextRef="#ctx0" brushRef="#br0" timeOffset="4056">10432 2096 26547,'-2'-35'624,"1"0"1,1-16-575,2 98 30,0-17 0,0 4-32,0 13 0,-1 6-397,-3-2 0,-1 4 0,-1-1 298,-1-3 0,-1-1 0,0 1-367,-1-1 0,0 1 1,-1-1 174,-1-4 0,-1 0 1,1-3-756,0 9 1,2-4-1147,-1-4 0,2-2-2652,2 17 4164,8-41 0,-1-15 0,1-1 1</inkml:trace>
  <inkml:trace contextRef="#ctx0" brushRef="#br0" timeOffset="5388">10315 2624 21982,'-47'-27'1228,"0"0"1,5 4 0,12 5-1201,23 13-11,14 5 0,30 10-40,19 4-2,-25-5 0,5 0-75,11 2 1,6 0 0,-2-1-821,-1-1 1,2 0 803,1-1 1,5 1-1,-5-1-16,-1-4 1,-5-1 72,-3-2 0,-5-2 463,7-2-281,-14-7 197,-33-10 49,-8-3 35,-9-8-191,0 12 571,-10-4-543,14 14 1300,-11-2-1378,11 10-96,-7 13-34,7 5-21,1 12-7,9-6 12,7 12-11,7-12 5,8 6 6,0-17-6,17-4-39,-6-14 28,6 0 22,-3-14 29,-8-10-7,-6-4-16,-8-11 0,-21 9-28,-3 9 17,-24 4 6,-19 15-7,10 3-13,13 7 0,1 6 31,-8 19-34,9-2-17,5 20 6,22-7-17,8-6 0,3 1-124,18 26-427,-3-24 1,5-3 323,4-5 1,2-3 119,-5-6 1,2-2-625,19 1 0,0-4 104,3-3-144,4-9 0,0-5-418,1-13 1189,-18 1 0,-2-2 152,2-12 285,-5-13 745,-10-7-667,-7 8 247,-6 11 0,-2 0 342,-4-1-801,1 0 161,-4 11 454,-1 16-722,0 1 408,0 21-536,0 6-24,-1 24 1,-3 6-17,-1 7-17,-4 1-304,1-4 316,2-17 10,1-4 46,3-23-6,1-5-12,6-19-27,5-13-6,1-4 11,7-19 11,-8 14 1,0-1-9,1 1 0,0 0 143,-1-1 1,1 1-141,15-18 5,-8 28-22,8-2 0,-8 18-11,14 13 11,-4 10 0,16 13 0,-4 12 0,-8-4 8,-13-6 1,-2 1-3,-3 0-1,-4 1 1,-5-1-17,-13-4 5,-4 7 17,-5-21-5,5-8 16,4-7-5,6-18 0,1-6 0,8-16-17,6-2 5,8 2-5,3 7-5,-4 12-1,13 8 28,-18 10-22,18 9-16,-8 10 16,14 14 16,7 7-16,4 0-22,-1-4 0,-2-6-1,-4-8 34,-5-8 6,-6-10-11,-8-13 5,-4-11-5,0-15 16,-1-11-1699,-6 15 1,-2-1 1715,4-15 6,-5 16 0,-2 2 33,-2-5 79,-1-5 50,-4 10-194,-2 10-13,0 8 0,0 6 3392,1 6-3392,4 19 0,4 10 0,9 27 0,-6-22 0,2 1-327,3 4 0,0 1 327,2 2 0,-1 0 0,-1-1 0,-2 0-185,-4-3 0,-5-1-247,-7 15-1483,-35 0 1915,4-31 0,-1-4 0,-10 10 0,-6-8 0</inkml:trace>
  <inkml:trace contextRef="#ctx0" brushRef="#br0" timeOffset="5955">13073 2587 19860,'4'-5'4307,"0"1"-3834,10-26 0,1-5 177,-5 9-404,7-12 1,-2 3 151,-11 22-348,-2 6-22,-2 8 0,-5 11 6,-5 9-23,-2 3-17,-4 17 23,11-14 0,5 12 11,12-17 22,8-7 34,2-8 11,-2-10 23,-2-6 33,-4-8-28,-6-5-16,-6-5-23,-9 0-28,-5 1-23,-4 4-44,1 9-50,4 6-63,2 11-178,1 12-1020,1 27 409,1-6-1319,2-2 0,1 1 2232,-1 11 0,1-18 0,2-17 0</inkml:trace>
  <inkml:trace contextRef="#ctx0" brushRef="#br0" timeOffset="6230">13172 3046 26850,'-22'18'403,"12"-2"-274,45-9-96,-10-2 46,8-7 16,-18-4-6,0-6-44,-7-4-34,-10-10-16,-2 7-141,-11-8-1702,-10 10-1137,3 4 2985,-10 4 0,21 7 0,1 2 0</inkml:trace>
  <inkml:trace contextRef="#ctx0" brushRef="#br0" timeOffset="6771">3117 3735 13878,'-62'3'43,"1"-1"0,0 1 1,-1-1-1,1 0 1,0 1-1,2-1 1,3 0-1,3 0 18,0 0 1,3 0 0,7 0 395,2-1 0,9 0 847,14-1-1119,11-3 1611,54-3-1533,-6 1 0,6 0-90,-1 0 1,5 1 0,2-1-746,-3 2 0,1-1 0,3 0 0,1 1 638,-3 0 0,1-1 0,2 1 1,0 0-1,2 0-182,-4 0 0,1 0 1,1 0-1,1 0 1,2 0-1,3 0 150,-7-1 1,3 1 0,2 0 0,1-1 0,1 1 0,0-1 0,-1 0 0,-2 1 0,-2 0-152,2-1 0,-3 1 0,-2 0 0,1 0 0,0-1 0,3 1 0,3-1 142,-7 1 1,3-1-1,2 1 1,1-1-1,2 0 1,0 0-1,0 0 1,0 0-1,-1 0 1,-2 0-1,-2 1-111,10-1 1,-3 0 0,-1 0 0,-1 0 0,0 1-1,1-1 1,2 0 0,2 1 103,-7-1 1,0 1 0,2 0 0,1-1 0,0 1 0,1 0 0,1 0 0,0-1-1,0 1 1,0 0 0,-1 1-5,-3-1 0,1 1 0,-1-1 0,1 1 0,0 0 0,1-1 0,-1 1 0,1 0 0,-1 0 0,1 1 0,0-1 0,0 0-4,-4 1 0,1-1 1,0 1-1,0 0 0,0-1 1,0 1-1,0 0 1,1 0-1,-1 0 0,0 1 1,1-1-1,-1 0 1,1 1-2,0 0 1,-1 0 0,1 0 0,-1 0 0,1 0 0,-1 0 0,1 1 0,0-1 0,1 1 0,-1 0 0,2 0-1,0 0 1,0 0 15,-1 0 0,0 1 0,2 0 0,1-1 0,0 1 0,0 1 0,1-1 0,-1 0 0,0 0 0,0 1 0,-1-1 0,-2 1 0,0-1 1,-2 0-1,-2 1-7,10-1 1,-3 1-1,-1 0 1,-2-1-1,-1 1 1,0 0-1,1 0 1,0 0 0,2 1-1,2-1 6,-5 1 1,2 0-1,1 0 1,2 0-1,0 0 1,1 1 0,-1-1-1,0 1 1,-1-1-1,-1 1 1,-3-1 0,-2 1-1,-2-1-3,9 2 0,-4-1 0,-3 0 0,-1 0 0,-1 0 0,1 0 0,0 1 0,3 0-18,0 0 1,1 0 0,1 0 0,1 1 0,0-1-1,-1 1 1,0 0 0,0 0 0,-2 0-43,1 0 1,-1 0-1,0 1 1,-1-1-1,0 1 1,-1 0-1,0 0 1,1 1 38,-2 0 0,1 1 0,1 1 0,-1-1 0,-1 1 0,-2 0 0,-3-2 0,-4 0 0,12 2 0,-5-1 0,-3 0 0,0 0 0,-5 1 0,1 0 0,-1 1 0,0-1 0</inkml:trace>
  <inkml:trace contextRef="#ctx0" brushRef="#br0" timeOffset="121597">4781 4744 19576,'9'-43'692,"0"-1"1,0 0 0,6-22-1,-1 8 440,1 17-743,-1 6-526,-5 25 348,-2 34 13,-4 34-1032,-1-27 1,-1 5 947,-3 19 1,-4 11 0,0 0-640,0-17 1,1-1 0,-2 2 0,0 3 504,0-1 0,-1 4 0,0 2 0,-1 1 0,0 2 0,-1-2-317,2-4 0,-2 0 0,1 0 0,-1 1 1,0 0-1,-1 2 0,1 0 310,0-2 0,0 1 0,0 0 1,-1 2-1,0-1 0,1 1 1,-1 1-1,0-1-173,1-3 1,0 0 0,0 1-1,-1 0 1,1 0 0,0 0-1,0 1 1,-1-1 0,1 1 165,0 0 0,0 1 1,0-1-1,0 1 1,0 0-1,0 0 1,1 0-1,-1 0 1,1-1-81,0 0 1,-1-1 0,2 1 0,-1-1-1,0 0 1,0 0 0,1 0 0,-1 0 0,1-1 77,0 4 0,-1 1 0,1-1 0,0-1 1,0 1-1,0-1 0,0-1 0,1 0-28,-1 4 0,0-1 0,1 0 0,0 0 0,0-1 0,0-1 1,0 0-47,0 3 1,0 0 0,1-1 0,-1 0 0,1-2 0,-1 0-219,1 6 1,-1-1 0,1-1 0,-1-1 0,0-2-440,1-4 0,0-2 1,0-1-1,-1 0 1,1-1 740,-3 10 0,1 0 0,-1-3 0,1-5 0,-1 12 0,0-8 0,1-12 0,0 0 0</inkml:trace>
  <inkml:trace contextRef="#ctx0" brushRef="#br0" timeOffset="122081">4947 5605 17311,'-8'1'3433,"2"1"-2184,6-2-576,0 0-640,8-16-201,41-2-331,-11 2 1,6-1-1780,-1 6 1,4 0 0,-1 1 2277,-2 1 0,0 0 0,-3 1 0,5-1 0,-6 1 0,9-2 0</inkml:trace>
  <inkml:trace contextRef="#ctx0" brushRef="#br0" timeOffset="122316">6402 5189 23950,'-16'62'-312,"-1"-1"0,4-2 0,5-1-646,13-12 1,3-2-3150,-1 3 1,-1-1 4106,0-4 0,-1-5 0,-1 2 0,-3-26 0</inkml:trace>
  <inkml:trace contextRef="#ctx0" brushRef="#br0" timeOffset="122614">6398 5682 17630,'-11'-45'980,"0"1"0,0-1 1,1 2-1,-1 1 0,2 0-426,-2-15 1,1 2-466,4 18 1,1 0 5,2-10 1,6 3-23,18 0-51,18-1-19,-11 29 0,3 4-357,4 4 0,2 4 357,4 7 0,1 4-496,3 6 1,-1 4 472,1 8 1,-1 4-40,-2 7 1,-2 4-52,-5 3 1,-6 4-28,-6 1 0,-7 1 50,-10-2 0,-8-1 67,-11-4 1,-8-3 13,-10-4 1,-4-4 10,4-8 1,-4-2-3,-7-6 1,-7-1 0,5-3-4,12-4 0,1-2-3,-23 7 1,-2-9-4162,12-18 1,6-6 4163,0-3 0,4 4 0,7 0 0,21 6 0</inkml:trace>
  <inkml:trace contextRef="#ctx0" brushRef="#br0" timeOffset="123463">7327 5573 16426,'0'-47'847,"0"-1"1,-3-4 0,-1 8 1420,-4 21-1904,-9-12 513,8 25-754,-32 14-83,7 16-18,5-2 0,0 3 430,-7 14-441,-1 14 1478,21 12-1439,20-6 1,18-3-12,13-31 39,14-24 12,-5-14-29,-11-2 1,-1-3-12,-6 0 1,-1-2 5,0-6 0,-4 0 79,2-20-62,-11 11 123,-6 0 33,-4 17-122,-1 2-68,-2 16-28,-1 15-5,-1 6-12,-1 19 12,3 2-6,4-6 0,0 0 5,3 13-8,4-13 1,2-2-9,11 5 16,15 3 1,8-14 16,9-16-5,-18-17 0,0-6-499,-4-2 1,-1-2 486,0-3 1,-3-3 11,-3-5 0,-4-4 5,-3-10 1,-4-4-4,-1-3 1,-1-2-5,-6 10 0,-1-2 0,-1 1 13,-3-10 0,-2 2 19,-3 7 1,0 3-87,-3-14 111,-7 19-60,4 25 4,-5 14-16,4 19-5,1 26 5,5 0-122,5 4 0,3 5 110,1-10 1,3 2-2,-1-1 0,2 3 0,1 0-508,1-5 0,1 0 1,1-1 383,1 1 1,0 0 0,2-1-161,-1-1 0,1-2 0,-1-2-115,3 5 0,0-2-851,-1-3 0,-4-4-7967,-11 2 9230,-6-10 0,-5-13 0,0-13 0</inkml:trace>
  <inkml:trace contextRef="#ctx0" brushRef="#br0" timeOffset="123924">7858 5735 18874,'-31'-45'1499,"-1"0"0,4 5 0,8 6-1319,21 11-141,16 6-22,19 4-6,23 4-23,-22 6 1,3 1-730,6 1 1,1 1 687,4-1 0,0 1 27,-10-1 1,0 0-62,21-2 1,-1-2 41,-20 0 0,-2-1 36,9 1 1,-2-3 44,-4-6 1,-6-1 25,-9-1 439,10-16-317,-39 15 12,-12-1 51,-15 5-107,-2 6 109,-1 7 0,-2 4 3,-17 9-191,15-3 1,0 4-17,-13 20 1064,14 7-1081,16 3 0,15 0 12,16-5 27,13-8 6,15-13 17,10-13 27,7-16 7,-1-14 32,-6-13-213,-11-7 348,-14-1 22,-11 6-145,-9 12 112,-4 5-112,-2 15-106,-3 5-62,-4 16 270,-4 15-264,2 1-247,1 33-101,5-26-408,4 23 75,7-23 0,2-4 0,-3-4 0,10 22 0</inkml:trace>
  <inkml:trace contextRef="#ctx0" brushRef="#br0" timeOffset="125171">9257 5650 17811,'7'-53'889,"0"1"0,-1-1 1,0 2-1,0-1 1,-2 5-484,-3-2 0,-1 3-82,0 1 1,0 1-93,-1 6 1,-1 4 87,-1-15 376,-1 20-674,2 20 170,1 12-158,4 19-23,4 20-11,-1-10 0,-1 4 0,3 18 0,-1 4-1519,-2-5 0,-1 1 1519,-1-10 0,-1 1 0,-1-3 0,-1 1 0,-2-2-8,-2 7 1,-1-3 7,0-13 0,-1-1 5,-2 6 1,0-3 129,-4 7-40,4-17 56,4-24-28,3-34-117,4-6-55,2-2 1,2-2 53,5-9 3,0 13 1,2 2 103,10-7-106,12-3 16,6 14-22,17 12-11,-4 12-6,-2 9-16,1 16-1,-11 10 1583,-17-6 0,-2 2-1588,12 26 17,-20 5 22,-30 0 11,-26-3-11,9-27 0,-4-3-255,-4-3 0,0-2 255,-1-4 0,0-3-20,5-1 1,1-5-373,-26-14 73,28 0-1384,10-21-4095,33 3 5068,8-2 1,-1 11 0,-2 10 0</inkml:trace>
  <inkml:trace contextRef="#ctx0" brushRef="#br0" timeOffset="125796">10240 5484 16062,'7'0'5293,"-2"0"-3198,-5 0-1166,0 0-469,-71 4-102,25 10-246,-6-4 1,-1 3-43,20 5 0,4 2-54,-9 8 7,7 5-12,25-15 56,11 2 84,18-8-111,0-5 72,33-14-79,-28-1 40,25-15-6,-23 1-5,2-6 39,-9 1 22,-8 4 45,-7 4-6,-5 8-100,-3 6-45,0 4-12,-3 21-22,2-1 17,-2 14 6,2 4 0,8-5-6,6 9 11,12-4 0,9-8 17,6-12 11,3-12 45,11-24-50,-8-8-12,-3-8 23,-21 8 0,-3-1-6,-2-4-8,-3 2 0,-2-1 53,-6-9 11,1-8 56,-6 7 123,-5 3-184,2 17 61,-4 0-33,5 16-113,-1 1-10,1 3 16,2 12-22,5 6 5,1 8-11,9 14-5,1 1-99,-3 4 1,0 2-465,1 9 324,-9-8 1,-4-2-188,-12-11-1323,-15 18-6008,-7-11 7779,4-7 0,6-9 0,16-19 0</inkml:trace>
  <inkml:trace contextRef="#ctx0" brushRef="#br0" timeOffset="126166">10893 5457 23101,'13'38'353,"3"-5"643,-5-12-784,18 0 181,-9-14-219,34-1-135,-27-11 33,5-4 1,-2-3-28,-5-4 234,13-19-206,-28 4 39,-9-15-67,-9 15 602,-30-6-518,1 27 50,-19 3-95,18 12 135,-9 21-152,27-7-3,2 7 1,3 5-15,6 14-27,0 12-161,17-7 1,6 0-1112,2 0-1328,9 6 0,4-2 1944,-8-28 0,-1-3 1,15 19-1,-13-20 1</inkml:trace>
  <inkml:trace contextRef="#ctx0" brushRef="#br0" timeOffset="128207">4340 7462 15911,'-3'0'3613,"0"0"-1357,3 0-1937,92 3-2693,-36-2 2372,-11 0 1,13-1 0,2 1-1,-5-1-1003,-5-1 1,-3-1 0,3 0-1454,2 1 0,4 0 1,0-1-1,-6 1 2261,17-2 0,-8-1 1,-14 2-1,-9 1 0,-14-1 1</inkml:trace>
  <inkml:trace contextRef="#ctx0" brushRef="#br0" timeOffset="129741">4771 5608 7408,'-8'4'4481,"2"-1"-2263,6-3 2650,0 0-4493,14-2-145,1-3-90,17-3-51,3-1-3386,17-2 3320,-14 3 22,15-2-17,-27 5 352,-3 2-228,-12 1-35,-16 2-38,-20 6-1,-9 0-39,-6 5 3471,-5 1-3387,9-2 45,-6 3 5,7-1 46,4 0-174,14-5 11,1 2-28,12-6 0,1 0 123,2-2 270,17-4-326,-2-2-6,33-11-72,8-6-353,-17 8 0,4 0 336,15-2 0,-2 2 0,3-2 0,-26 10 0,0 0 0</inkml:trace>
  <inkml:trace contextRef="#ctx0" brushRef="#br0" timeOffset="130447">6357 7283 17055,'3'-57'1048,"0"0"1,-1 0-1,0 8 1,-2 0 0,-1 8-333,-10-12 40,-1 26-734,4 25-3848,6 46 3849,3-1-4,0 7 1,1 6 70,0-3 0,1 1-100,-2-5 1,1 4 0,-1 0-68,1 6 1,-1 1-1,0 1-558,-1-12 1,0 0 0,-1 2 0,0-1-972,0 2 0,-1 1 0,1 0 0,-1-3 1382,-1 12 1,1-3 0,-1-4 0,0 3-1,0-8 1,0 5 0</inkml:trace>
  <inkml:trace contextRef="#ctx0" brushRef="#br0" timeOffset="131838">6073 7962 12713,'-10'-43'2103,"1"0"0,0 0 0,-2-15 0,1 5-1465,2-9-106,10 28 1,4 3-331,16-5-157,20-11-34,-13 31 0,2 5-636,6 0 0,3 2 560,5 2 1,1 1-79,5 1 0,0 2-146,3 0 1,0 0-163,-1 0 0,0 1-151,-5-1 0,-2 0 159,-8 0 1,-2-1 702,10-5-86,-23-1 418,-24 0 209,-14 2 235,-11 2 538,-4-3-470,10 3-354,2-2-346,14 3-292,3 1-84,10 1-28,10 8 5,16 9-10,11 12-1,-16-1 0,0 1-27,12 14-178,-18-8 0,-5 2 149,-7 12 45,-11 9 23,-17-10 22,-10-15 28,-6-16 33,5-16 7,8-14-18,13-13 305,18-9-361,16-3-10,17 1-26,-17 21 0,3 2-268,2 0 0,2 2 259,1 1 1,2 2-26,1 0 1,1 1-9,1 1 0,0 1 25,0 1 0,-1 0 14,-4 1 1,0-1-118,19-5 168,-22 0-12,-19-1-11,-18 0 17,-8 0 45,-8 3 550,-2 4-528,-4 3 125,6 6-105,-7 16 0,2 6-104,5 0 3,-4 8 0,3 3 8,14 2-38,4 9 21,10-6 12,7-10 5,10-13 1,7-10-1,5-15 1,2-10-1,-2-14 18,-4-8 21,-8-4 23,-7 0 62,-8 4 44,-5 10-44,-6 10-96,-2 10-44,-8 12 0,4 5-12,-4 14-22,7 4-56,0 12-134,5 6-231,7 5-313,4 6-772,8 2-236,4-4 303,17-12 1215,-9-19 33,21-18 219,-15-19 207,9-13 286,-6-12 109,-21 13 0,-2-1-120,6-10 498,1-13-61,-14 26-186,0-2-313,-5 11-296,-4 8-85,0 10 39,-4 20-61,1-3 5,-4 24 6,0-4-16,1 26-1,2-20-6,6-11 1,1-2-12,0-10 18,8 8 94,-8-23 17,3-6-84,1-12 7,4-10 43,6-16-55,-4 9 28,6-11 22,0 13-73,-3 5 17,13 1-23,-8 17 7,4 3-1,3 11-22,0 20 22,-4-4-25,-8 2 0,-2 2 14,-1 4 28,3 15-39,-9-24 117,-1-7-44,-2-13 83,10-18-117,-4 0 67,16-29 107,3-11-84,-6 7 10,-8 12 1,-1-1 291,1-16-123,-3 4-157,-6 9 95,-5 18-67,-3 13-112,0 1-28,1 15-17,-1 0 40,3 31-18,3-14-44,10 32-11,12-14-145,-7-15 1,4 1 113,10 5 0,1 0-62,-9-6 0,-3 1-274,-2 3 0,-7-2-485,-20 9-2098,-19-17 1,-7-3 2971,2-7 0,0-2 0,-22 10 0,18-11 0</inkml:trace>
  <inkml:trace contextRef="#ctx0" brushRef="#br0" timeOffset="132500">9006 7806 18722,'21'-50'1542,"0"-1"0,-2 10 1,-5 3-244,-5-18-733,-6 23-325,0-6 246,-7 15-363,-3 16-102,-3 0 17,-7 18 28,-11 24-44,-2 10-186,12-11 0,1 0 168,4-3 1,4 0-3294,-4 28 3283,11-16 16,20 2 23,4-27 22,15-1 22,-2-26 205,2-15-176,-2-12 21,-6-9 18,-7-2 33,-9 2 3432,-6 4-3387,-5 11-135,-2 12 18,0 8-107,0 11 0,-2 10-12,0 13-16,0 14-16,0-3-248,12 28-312,8-15-347,-2-12 1,4-1-255,3-6 1,3-3-1348,5-3 1,1-4-2635,24 6 4388,7-13 1,-39-9 0,0-2 0</inkml:trace>
  <inkml:trace contextRef="#ctx0" brushRef="#br0" timeOffset="133247">9863 7687 20336,'5'-53'1433,"-1"1"1,-1 5 0,-4 9-919,-11 15-251,-8 12-118,-3 10-57,-4 14-44,-3 15-17,-3 17-192,16-14 1,2 0 169,-10 23-23,12-8 0,3 2-20,5-14 1,4 1-59,0 13 0,6 0-85,6-13 1,5-5-264,29 14 231,0-22-80,18-23 233,-23-14 1,2-5 52,3-3 1,1-3-483,-9 1 1,1-4 0,-3 0 546,10-16 0,-5-1-20,-8 8 0,-3-4 56,-6-2 0,-1-5 1,-4 2 30,0-4 0,-3 0-18,-2 4 0,1-2 0,-3 3-210,-1-4 0,-4 4 331,-3 9 1,-2 3 201,-7-15-123,-3 21 72,-1 15-352,3 18 1440,3 17-1440,-2 23-17,5-13 0,0 3 2,-1 8 1,1 3-34,1 6 0,-1 3-784,1 4 0,0 2 720,-1-18 0,0 0 0,0 1-237,0 1 0,-1 1 0,-1 0-478,0-2 0,0 0 0,-1-2-330,-3 16 1,-1-5 83,0-12 1,-3-6-485,-12 5 851,-2-33 824,0-24 1122,-1-17-725,7 1 566,4 5 1,-1-2 335,-7-11-863,7 12 1,1 0 240,-6-12 1169,10 9-1813,9 5 545,18 7-825,16 3-61,22 4 27,-20 7 1,3 1-580,5 1 0,1-1 624,3 1 1,1-1 47,2 0 0,-1 0 25,-2-1 0,-2-1 34,-5-1 0,-1-1 151,17-11 128,-21-4 68,-15-2 96,-10-2 117,-5 0 22,-2 1 1020,-1 2-1216,-1 6-118,0 6-184,-2 7-73,-3 13-22,-6 12-1,-4 18-44,-1 16-37,9-22 1,1 1-315,1 2 1,1 1-275,1 1 1,1-1-908,0-2 0,1 0 1571,0 22 0,1-25 0,1-12 0</inkml:trace>
  <inkml:trace contextRef="#ctx0" brushRef="#br0" timeOffset="133417">11084 7465 21383,'-24'-41'330,"0"0"1,3 2 0,6 16-427,10 33-330,8 9-795,6 12-3702,10 6 4075,3-4 0,-6-12 0,-7-9 0</inkml:trace>
  <inkml:trace contextRef="#ctx0" brushRef="#br0" timeOffset="134340">11387 7583 15653,'4'-6'6822,"0"0"-5640,-4 6 106,0 0-907,-66-26-157,28 33-162,-6-13 0,1 8-1,18 24 1,8 8-34,-4 17-26,15-16 1,6-1-14,21 14-28,19-6 17,12-8 22,6-15-17,-2-13 34,-6-18 22,-12-11 6,-13-14 39,-14-17-45,-12 14 73,-11-17 0,-9 20 17,-6-5-1,-1 8-60,7 12-85,9 12-6,7 9-55,6 12-191,8 8-324,9 9-674,12 6-1520,-5-13 1,2 0-5005,27 12 3557,-1-4 3002,6-16 1232,-15-13 0,0-3 5500,7-17 245,-23 0-2350,7-9-1250,-14 7-661,-5 4-510,-5 6-564,-6 7 70,-3 8-222,-3 11-48,-3 14-126,-1 11-40,-3 8-10,2 1 0,2 0-34,2 2 33,3-15-10,0-9-7,3-16 24,1-15-18,10-19 0,4-7 1,2-8 38,8-12 18,-10 21-34,8-8-29,-10 22-4,3 7-7,0 9 6,7 9-11,3 8 0,1 15-5,0 10 5,-7-7 0,10 16-6,-15-22 6,4 3 28,-10-17-5,-7-14 16,10-16-22,2-12 44,2-6 1,2-2-6,4-6 36,-6 6 1,-3 1 220,-5 1 186,-2-13-348,-7 19 112,-6-4-50,-3 18-83,0 1-130,2 6 0,2 5 0,1 11 0,4 11 0,4 15 0,2-3 0,3 3 0,1-1 0,1 0-239,1 1 0,0 1 140,1 0 1,-1 0-798,-2 21-134,-6 1 1030,-33-15 0,-6-4 0,12-12 0,-10-4 0,1 0 0</inkml:trace>
  <inkml:trace contextRef="#ctx0" brushRef="#br0" timeOffset="137758">4138 9866 16510,'-51'-2'1476,"0"0"1,5 1 0,10-1-872,20 0-448,9 1-62,9 4 174,22 10-95,14 2-101,-7-4 0,4-1-407,5-1 0,1-1 376,6-1 0,1-2 5,3-1 1,-1-1-12,1-1 1,-2-2-1,-4-2 1,-1 0-35,-6-2 0,-4 0 166,17-6 67,-23-1-129,-20 1-94,-13 2 38,-36-6-39,-10 5 103,10 4 1,-3 1-107,-2 2 0,0 1 3,-3 2 1,0 1 4,1 0 1,1 1 14,5 1 0,3 0 103,-19 2 10,26-4-133,21 0 67,33-2-55,39-2-29,-19 1 0,3-1-700,16-1 1,3 0 255,-21 1 0,1 0 0,0 0 139,8 0 1,0-1 0,-4 1 0,-3 0 0,-5 1-1,-2 0 1,0-1 0</inkml:trace>
  <inkml:trace contextRef="#ctx0" brushRef="#br0" timeOffset="138300">6143 9666 21377,'-53'-33'668,"0"-1"1,6 2 0,5 10-305,8 21-152,2 7-111,-6 3-50,10 10-18,8 7-10,11 7-1,13 6-11,14 3-5,16 3-1,-11-22 1,4 0-471,11 6 0,1-2 465,-11-7 0,0-2 0,10 6 0,-3-1 17,-7 1 50,-17 5-44,-17-11 5,-41 2 28,-11-12-48,18-4 1,-1-1-335,-2-1 0,1-3 334,2-2 1,2-3-82,5-1 0,3-5-567,-11-29-498,23 9-6087,30-17 7225,11 23 0,0 5 0,-8 11 0</inkml:trace>
  <inkml:trace contextRef="#ctx0" brushRef="#br0" timeOffset="138693">6421 9815 24531,'-7'-1'403,"14"-4"-353,36-11-5,9-5 5,0-3 79,-4-5-78,-20 9 38,-10-6 7,-27 4-68,-7-1-11,-5 2 22,-7 7 11,3 9 34,-10 2-56,6 12 6,-2 7-28,13 3 10,-3 20-16,13-17 17,-3 23-39,13-13-185,18 21-1,-1-16-385,4-10 1,5-1-299,-2-7 1,4-4-2273,10 0 1,7-1-1,-2-3 3163,12-3 0,-1-3 0,0 2 0,-5-2 0,0-14 0</inkml:trace>
  <inkml:trace contextRef="#ctx0" brushRef="#br0" timeOffset="138926">7239 9766 19770,'-11'-52'1153,"0"1"1,6 7 0,-5 10-633,-31 19-190,8 17-63,-18 18-604,16-2 403,-10 24 8,19-5-67,8-5 1,1 1-3,-4 14-4,9-13 1,3 1-42,4 10-95,9 10-158,13-9-1539,29-10-925,9-19 1020,6-11-2081,-21-10 0,-2-2 2997,18-8 0,-8 4 0,-22 2 0</inkml:trace>
  <inkml:trace contextRef="#ctx0" brushRef="#br0" timeOffset="139816">7529 9843 19726,'7'-53'873,"0"-1"1,-1 13 0,-1 4 648,-1 0-1332,-3 27 336,-1 3-481,-2 14 187,-6 20-176,-5 11-3020,-6 18 2975,1-7-305,8-12 0,2 0 300,1-1-6,7-2 0,7-1 33,13-8 7,7 2 49,14-19-33,-2-20 3055,11-8-3078,-20 0 1,-2-4 28,15-20-17,-6-1 72,-17 1 933,-13 11-877,-1-12-76,-8 14-80,0 6-6,-3 14-61,3 9-79,1 6-162,5 8-315,6 9-760,7 4-1480,6 3-3998,3 1 6844,-1-5 0,-10-10 0,-6-6 0</inkml:trace>
  <inkml:trace contextRef="#ctx0" brushRef="#br0" timeOffset="139995">8107 9822 25058,'-8'-57'191,"-2"22"137,2 52-323,-4 19 95,1-1-324,-2 24-627,5-5-2538,5 5 3389,8-21 0,-1-15 0,0-13 0</inkml:trace>
  <inkml:trace contextRef="#ctx0" brushRef="#br0" timeOffset="141320">8019 9743 22027,'0'-44'1742,"0"9"-1473,0 32 0,0 2-213,0 6-6,4 5 17,1 9-28,4 9 12,2 9-18,3 8-27,-1 5-274,1 6 263,-5 4 27,-7-3 0,-12-5 12,-8-14 72,-8-12 29,-1-13-12,3-16-33,7-13-18,7-14 29,12-8-5,11-6-23,13 0-40,10 1-49,7 5-1533,-13 18 1,-1 1 1537,13-5-104,-11 10 1,0 1 18,12 0-55,10-2 11,-5 2-11,-7 3 61,-7 1 90,-8 1 0,-7 0 3370,-7-2-3246,-5 0 289,-4-2-223,-2-2 18,-1-1 67,-2 0 27,0 3-95,-3 4-112,2 3-67,-4 15-22,2 0 22,-6 21-22,4 4 5,0 12-62,4 5-217,6 1-1094,11 6-4003,12-10 5365,1-12 0,-6-18 0,-12-16 0</inkml:trace>
  <inkml:trace contextRef="#ctx0" brushRef="#br0" timeOffset="141500">8755 9499 22447,'4'12'-1620,"-1"-5"0,10 21 0,-7-18 0</inkml:trace>
  <inkml:trace contextRef="#ctx0" brushRef="#br0" timeOffset="141728">9114 9396 23539,'2'-46'821,"1"-1"1,-2 4 0,-2 9-536,-2 26-163,-7 21-50,-2 21-34,-1 12-11,5-7 0,0 3-709,1-1 1,0 3 666,-2 14 0,-1 3-59,4-18 0,-1 1 0,1 2-618,-2 12 0,1 3 1,1-4-416,-1 4 1,2-1-861,3 0 0,1 4 0,2-10-2369,5 8 4335,1-16 0,0-8 0,-3-26 0,-1-5 0</inkml:trace>
  <inkml:trace contextRef="#ctx0" brushRef="#br0" timeOffset="142193">8929 10098 14012,'-23'-36'2204,"-1"0"0,1 0 0,-8-12 0,4 7-1789,8 15 33,8 5-325,18 9-62,33-2-69,-4 9 0,2 2-567,-1-1 0,-1 2 566,5 1 1,-1 1-18,-6 0 1,-1 0 59,1-1 0,2 0-68,15-2 1,-1-1 24,-16 2 1,-2-1-1,7-3 1,-2-1 14,4-4 33,-10 1 106,-5 1 292,-23 7 28,-28 16-224,11-4-40,-22 14 114,20 7-2627,15-1 2374,2 2 119,25-6-80,23-15-79,-6-3-11,-8-6 1,2-4-1116,-1-5 1,-1-2 1131,23-6 6,-17-3 0,-4-3 168,-9-4-34,2-6 2459,-22 7-2229,-6 10-90,-5 0-34,-6 6 3142,-7 16-3315,-11 16-34,-5 23-44,3 2-764,3 5 0,1 8 713,6-8 0,0 4-62,6-14 1,-2 4-1,1 0 1,2-1-678,0 1 1,1-2 0,1 4 766,0 5 0,0 5 0,1-1 0,2-10 0,1-7 0,0-3 0,-2 22 0,0 0 0</inkml:trace>
  <inkml:trace contextRef="#ctx0" brushRef="#br0" timeOffset="148487">4024 10138 18417,'17'-42'858,"0"0"0,1 0 1,5-16-1,1 6-323,-5 16 0,-1 4 129,3-6-92,-3 6-425,-15 27-147,-5 17 56,-7 22-221,-1 10 196,-5 15 0,0 5-561,6-24 1,0 2 533,0 0 0,-2 4 1,0 5-1,0 2-590,0 4 0,-2 3 0,1 3 0,-1 0 0,1-1 579,0-4 0,0-2 1,0 1-1,-1 2 0,1 2-282,0-6 0,0 3 1,0 2-1,0 1 1,-1-1-1,2-2 0,0-3 155,-2 5 1,1-3 0,1-2 0,0 0 0,1 1-1533,-1 3 0,1 1 1,1-1-1,0-1 0,1-4 1666,1-2 0,0-4 0,1-1 0,1-2 0,-1 7 0,1-2 0,1-9 0,3 4 0</inkml:trace>
  <inkml:trace contextRef="#ctx0" brushRef="#br0" timeOffset="148995">4029 11813 20660,'-27'25'944,"-1"0"0,-6 15-765,58-34 73,35 0-291,-1-4-1489,-12-3 0,2 0 1528,5-2 0,-3-1 0,7-1 0,-3-1 0</inkml:trace>
  <inkml:trace contextRef="#ctx0" brushRef="#br0" timeOffset="149703">5459 12001 20156,'-1'-54'1505,"1"0"0,-1 7 0,0 9-1405,-1 16-60,1 17-18,0 24 12,-2 22-18,0-7 1,0 2-271,-1-3 1,0 3 260,-3 6 0,-2 5 1,1-2-895,-3 7 0,-2 1 651,2-1 1,-2 3 0,1-3-104,0-1 0,-1 0-887,3-4 1,-1 2 0,2-5 449,1-4 0,0-2 331,-1 11 0,-1-4 3,2-10 731,2-30-37,4-27 269,1-26-213,0 11 1,2-4 306,0-10 0,0-4-404,0 12 0,0-1 0,-1-1-295,1-6 1,1-1 0,-1-1 288,0-3 1,0 0-1,-1-1 0,1-1 1,-1 1-1,1-1-35,1 3 0,0 0 1,0 1-386,2 3 1,0 1 0,2 0 315,2 5 0,1 0 0,2 1-40,10-16 1,4 4-247,4 7 0,5 4 204,3 9 1,1 6-12,-8 9 1,3 6-6,15 9 0,0 10-12,-14 8 1,-1 6-1,14 9 1,-3 7-12,-12 7 1,-7 3 10,-5-8 1,-7 2-45,-8 21 0,-11 1 19,-7-20 1,-8 0 18,-3 2 0,-5 2 0,-2-4-44,-9 0 0,-4-5-212,5-9 1,-2-2-1,3-3-113,6-5 0,1-4 384,-7-8 0,5-5 0,17-1 0,-1-12 0</inkml:trace>
  <inkml:trace contextRef="#ctx0" brushRef="#br0" timeOffset="150295">6111 11686 16415,'-1'4'5052,"0"0"-2515,1-4-1994,45 34-106,-22-32-292,7 11 1,0-4 45,-2-33-56,2-9-62,4-10-181,-16 16 1,0 0 129,1-3 0,-1-1 17,-1 2 1,-1 0 94,5-20 1,-10 14-57,-16 13-39,-11 12-11,-13 10-11,-5 12-11,-3 9-6,4 12-12,5 7 1,9 7 17,9 5-12,14 2 1,11-2 16,13-2-17,9-6 1,7-7-18,5-9 272,0-10-238,-11-10 34,6-17 0,-16-8 39,9-15-17,-10-6 73,0-18-90,-10 16 45,1-17-11,-7 23 0,4-6-11,4 7-22,1 8-7,5 6-38,-1 6-45,-3 7 0,-4 7 5,4 23 23,-5 9-17,1 9-129,-8 12-453,-6-3-298,-4-19 1,0 2-3154,1 0 0,-1-1 3213,-1 20 0,2-21 0,0-15 0</inkml:trace>
  <inkml:trace contextRef="#ctx0" brushRef="#br0" timeOffset="151134">7519 11523 18134,'1'-5'4437,"0"0"-3740,3-23 0,1-7-350,-1 11-17,2-16 1,0-2 274,-1 15-84,1-5-78,-4 7-102,-1 11-313,-2 8-5,-11 21-12,2 0 17,-20 37-12,14-20 1,0 2-518,-6 15 0,-1 8 493,4-1 1,-1 6 0,0 0-742,3-1 0,0 0 0,0 0 747,5-13 1,-1-1 0,1 1 0,1 1-11,0 1 1,0 1 0,1 0 0,1-1-51,-1 7 1,1-2-1,-1 5-714,2-10 0,0 4 0,-1 2 1,1-1-1,0-5 481,-1 11 0,1-4 0,-1 2-145,0-4 1,0 4-1,0-2 1,0-8-169,-3 2 0,-2-6 566,-1 2 0,-4-7 623,-14-7-509,6-52-2,15-18 0,6-11-8,2-8 0,3-3 109,1 17 1,1 0 0,1-2-122,4-8 1,1-2 0,2 2 46,0 9 0,2 2 0,1-3 60,7-14 0,3-3 0,1 3-81,-4 13 1,1 1-1,1 2-43,2-3 1,3 2 0,-1 2 118,4-3 1,2 3-145,8-6 1,3 2-9,-11 14 0,1 2 0,0 0-180,7-7 0,2 2 174,-2 5 1,3-1-1,-5 6 6,13-8 0,-5 5 0,-1 2 1085,-4 6-1029,-3 3 39,-18 9 12,-15 8 241,-13 7-12,-8 8 443,-7 9-516,-4 9-28,4 19-111,10-3-40,11 10-56,9-24 56,13 1 3476,14-12-3453,7-4-46,1-8 180,13-17-157,-28-4-3196,24-25 3224,-35 11 224,5-35-168,-24 17-112,-2-8 106,-21-8-122,11 30 13,-4 0 0,-2 4-36,5 10-12,-14-4-5,19 16-50,-5 10-12,9-1 3040,0 18-5734,18 9-4452,9 2 7208,9 4 0,-8-22 0,-7-9 0</inkml:trace>
  <inkml:trace contextRef="#ctx0" brushRef="#br0" timeOffset="151425">8362 11681 26788,'2'-49'-22,"12"42"22,3 53 0,3 14-17,-13-25 0,-3 3-6,-6 3 1,-4 0-802,-2 0 1,-1 0 817,-2-2 1,-1-3 5,-12 4 585,1-49-574,17 0 34,6-55-50,20 17-118,-5 12 1,2-1-86,1 6 1,2 2-642,4 0 1,3 3-2488,5 2 1,1 2 2745,0 4 1,-1 4 0,11-4 0,-16 10 0</inkml:trace>
  <inkml:trace contextRef="#ctx0" brushRef="#br0" timeOffset="152220">8835 11929 23125,'18'-56'750,"1"1"1,-2 5-1,-1 7-357,-1 13-164,-3 11-167,-3 10-23,-1 7-50,-1 5 33,12 18 12,-4 7-34,5 7 6,-5 25-6,-10-14-3,-4-14 0,-1 1 20,-8 12 44,-2-13 130,1-14-18,4-15-133,2-7 60,1-22-72,1-3 45,3-18 17,3-1 11,5-3 44,5 0-44,4 5-28,3 4-34,5 9-5,5 7-12,6 9-33,-6 7 11,22 10 0,-18 10-51,16 10 23,-20 13-5,-11 6 33,-11 8 5,-17 3-16,-8 0 11,-4-13 6,-2-3 55,13-22 29,-1-3-51,11-19 0,7-10-11,6-13 0,10-6-11,-2 6 22,18-14-27,-9 19-18,13-9-5,-9 19 0,0 9-45,-1 13 0,4 10-45,0 12-174,2 6-374,-1 4-606,2-1-1213,2 0-1520,7-7-4525,3-8 7692,-6-9 0,-17-7 0,-15-3 0</inkml:trace>
  <inkml:trace contextRef="#ctx0" brushRef="#br0" timeOffset="152951">10180 11817 23433,'-3'-48'789,"0"0"1,0 5 0,-4 8-493,-13 18-129,-4 8-28,-6 15-67,-1 11-45,-2 14-6,5 11-27,5 6 16,9 4 17,11 8-22,6-21-6,15 4 0,10-28-12,12-4 1,5-18 22,-3-13 23,-4-15 22,-10-9 78,-7-7 74,-6-1 38,-6 3 12,-3 6-6,-3 13-135,-2 11 79,-1 10-218,0 7 11,0 4 5,0 7 17,0 11 6,0 2-51,0 24-38,0-10-169,2 17-465,3-9-531,5-4-534,7-7-794,6-13 252,4-13 1338,3-16 941,1-12 690,1-12 571,0-6 296,1-3-50,-3 3-201,-5 5-214,-7 10-357,-9 10-444,-5 7-184,-5 10-17,-5 9 0,-2 12-17,-2 12-11,1 6-11,4 3-17,3-10 34,4 9-6,2-20 44,1 2 130,4-26-163,0-12-16,5-17 61,1-8 50,2-4-22,4-2 11,2 3-16,1 8-57,-2 10-50,-2 9-28,-1 10 6,-2 10-18,2 8 18,-5 2-84,1 9-4059,10 2 1,2 0 4164,6 4 0,-7-5 0,-2-5 0,-8-15 0</inkml:trace>
  <inkml:trace contextRef="#ctx0" brushRef="#br0" timeOffset="153518">11478 11679 26916,'-50'13'97,"0"-1"0,2 1 0,7 5-103,4 28-7,7 3-71,20-18 0,3-1-83,2 12-382,21 8-1350,38-26 964,-6-7-284,-3-11 1,1-6 607,-13-4 1,-1-3 560,6-1 0,-1-4 293,-5-1 1,-4-3 967,16-17 386,-15-1-242,-13 3-375,-10 4 84,-21 8-700,-5 12 124,-4 7-348,1 16-50,11 5-23,-1 9-5,6 3 33,18 9-73,-1-18 6,14 2 6,18-20-6,8-12-17,0 1 0,-8-12 51,-22-11-40,-10 8 46,0-20 16,-16 13 16,-10-8-32,-6 12-35,-2 7 46,-3 11 27,4 13 62,-11 12-133,11 1-35,-7 19 0,10 6 0,5-7-1696,6-3 0,3-1 1493,6-2-1772,17 27 1975,32-23 0,-20-10 0,12-7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3:39:48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1904 2749 19365,'2'-61'935,"0"1"0,1-1 1,-2 9-1,1 1 1,0 10-290,1 1-657,3 32 98,3 26-67,0 15 0,-2 7-18,0 2 1,-3 3-294,0-3 0,-2 1 0,-1-1 291,-2 6 0,-3 0 0,-3 1 0,-1 5 0,-2-4 3,-2 2 0,0-1-1,-3 10 1,-1-2 19,2-11 1,0-8 278,1-7 36,-5-1-152,5-43-40,-4-20-61,-2-24-67,8 19 0,3-4-504,1-6 0,3-4 495,2-6 1,2-1 2,1 10 1,4-1-9,5 0 1,4-3 0,0 5-7,-2 10 0,4 1 5,8-10 0,6-3 0,4 6 3,15 6 1,3 7-6,-9-4 0,2 6 2,-1 13 0,4 4 0,-5 7-2,-7 8 0,-2 4-17,18 4 0,-1 5-8,-10 6 0,-3 4 82,-3 4 0,-3 5-396,-5 4 0,-5 4-409,-5 6 0,-5 2-1305,-4 3 0,-4 2-2145,-4 0 0,-4-1 3685,0-9 1,-2-4 0,-3 11 0,3-29 0</inkml:trace>
  <inkml:trace contextRef="#ctx0" brushRef="#br0" timeOffset="211">1949 3041 23187,'17'-40'149,"0"0"0,0 0 0,4 2 0,2 0 0,5 7-144,7 8 1,5 5 0,1 2-1077,4-3 0,1 2 0,1 0 850,2 0 1,2 1 0,-1 0-790,2 2 0,-1 1 0,1 1-2267,-3 1 0,-1 2 0,-3 0 2677,7-1 0,-6 2 0,13 0 0,-44 6 0</inkml:trace>
  <inkml:trace contextRef="#ctx0" brushRef="#br0" timeOffset="434">3292 2437 24374,'0'57'95,"0"0"0,0 2 0,0-2-98,1-8 1,1 1-663,-2 3 0,0 1 329,-1 2 0,0-1-900,-1-2 0,0-1-795,0-4 1,-2-3-2541,0-8 1,-1-2 3958,-5 10 1,3-22-1,2-15 1</inkml:trace>
  <inkml:trace contextRef="#ctx0" brushRef="#br0" timeOffset="686">3134 3101 15151,'-1'-50'1104,"0"1"1,0-1-1,0 1 1,0-12-1,1 0 1,3 6-621,3-2 0,4 5-741,0 4 0,1 2 413,2 5 1,2 2-73,2 6 0,2 1 6,2 4 0,3 3-68,1 4 0,3 4-22,1 3 0,2 3 107,0 3 0,1 5-110,1 5 0,-1 4-14,17 6-50,-15 10 0,-4 4-28,-1 17 69,-12-10 1,-7 1 14,-28 24 5,-13-24 1,-7-2 5,10-10 0,-4-2-929,-8 0 1,-5 0 0,5-3 895,-17 2-71,6-4 1,2-3-636,3-6-4476,7-10 4734,20-6 1,16-1-1,4 2 1</inkml:trace>
  <inkml:trace contextRef="#ctx0" brushRef="#br0" timeOffset="969">4272 2231 22722,'-4'0'2940,"0"0"-2564,4 0-365,-22-4 6,31 6-23,-3-4-5,31 6-3,-6-3 0,4-1-1836,19 0 0,0-1 1768,-16 1 1,1-1-222,23 1 1,-3-1-1031,-11 0-1132,-2 3 2465,-24 2 0,-15-2 0,-7 1 0</inkml:trace>
  <inkml:trace contextRef="#ctx0" brushRef="#br0" timeOffset="1200">4537 2248 19921,'-5'0'4817,"2"0"-4066,3 0-417,-60 10-186,39 17-115,-13-6 1,1 6-603,23 18 0,9 7 528,-3-3 1,2 1-437,-1 2 0,1 1 6,3 4 0,2 1-1055,0-11 0,1 1 1060,2 15 0,-1-3 0,-1-24 1,0-5-1,2 22 0</inkml:trace>
  <inkml:trace contextRef="#ctx0" brushRef="#br0" timeOffset="1375">4097 3175 21775,'-6'-1'3899,"2"1"-3698,4 0-615,77-36-519,-28 27 0,6 0-982,-5-4 0,4-3 0,-1 4 873,-10 6 1,0 4-1,-1 0 1042,4-1 0,-1 2 0,-7 0 0,7-1 0,19 1 0</inkml:trace>
  <inkml:trace contextRef="#ctx0" brushRef="#br0" timeOffset="1734">1376 3945 23343,'60'-3'146,"0"0"1,1 0 0,-1 0 0,-3-1 0,3-1 0,3 0 0,1 0 0,-3-1 0,-3 1-1264,-3-1 1,-3 0 0,-2 0-1,3 0 1,3 0 1127,0-1 0,4 1 0,2-1 1,1 1-1,0-1 0,-2 1 0,-4 0-221,6 0 0,-4 0 0,-1 1 1,1-1-1,3 1 215,-8 0 1,4 1 0,1-1-1,0 1 1,0-1 0,-4 1-1,-3 0-32,11 0 0,-6 0 1,0 0-1,6-1 22,-11 2 0,4-1 0,2 1 1,2-1-1,0 0 0,0 1 1,-2-1-289,-1 1 1,-1 0 0,1 1 0,-1-1 0,0 0 0,0 1 0,0 0-760,0-1 1,-1 1 0,1 0-1,-1 0 1,0 0 0,0 0-1,0 1 1052,7-1 0,2 0 0,0 0 0,-3 0 0,-4 1 0,-5 0 0,6 0 0,-6 1 0,-7 0 0,-7 0 0,-1 0 0</inkml:trace>
  <inkml:trace contextRef="#ctx0" brushRef="#br0" timeOffset="3699">5209 4934 18806,'-5'-57'1658,"-1"0"0,1 9 0,1 6-1227,0 2 12,2 19-354,1 16-44,1 11 62,8 18-40,2 24-34,-1-2 1,0 4-413,-4-13 0,-1 1 375,0 3 0,-1 3 0,-1-2-4,-4 4 0,-2-1 5,-1 18 0,-1-1 3,1-22 0,0-3 39,-3 5 0,0-7 40,3-19 89,-2-1-95,2-30-22,0-19-21,2-6 1,1-3-559,1 10 0,0-2 542,0-25 0,1-2-6,0 12 1,1 1-4,0-13 1,0-2 14,1 18 1,1 0 0,0 3-16,-1-1 1,2 3 10,2-6 1,4 5-184,21-5 156,-3 12 8,-2 17 0,4 6 3,5 12 0,0 5 0,22 3-36,-6 14 0,-2 6-9,-21-2 0,-2 1-78,6 5 1,-2 2-24,-6 5 0,-5 3-437,-6 6 1,-2 0 204,-1-9 0,-3 1-1641,-3 22 0,-5-3-1684,-6-14 3167,0-10 1,0-5 0,0-15 0,0-3-1</inkml:trace>
  <inkml:trace contextRef="#ctx0" brushRef="#br0" timeOffset="4119">5306 5078 18627,'-2'-3'3944,"0"0"-1374,2 3-2620,51-66-314,3 41-663,-21 1 1,3-6 0,0 9-722,0 12 1,0 6 1747,4-2 0,-5 1 0,-8 2 0,0 0 0</inkml:trace>
  <inkml:trace contextRef="#ctx0" brushRef="#br0" timeOffset="4549">5779 5025 15697,'-6'-57'3095,"0"0"1,1 5-1,2 8-2573,7 9-46,1 8-213,0 10-166,-1 8-58,-3 9-24,0 6-3,-5 32 10,-4 9-73,0-7 1,-1 3-509,-1 2 1,-1 0 104,2-6 0,0 0-4462,-1 22 1,3-3 3405,1-5 0,2-15 0,2-7 1,2-19-1</inkml:trace>
  <inkml:trace contextRef="#ctx0" brushRef="#br0" timeOffset="5226">6070 5453 21467,'2'-61'804,"0"-1"0,0 0 1,0 7-1,0 2 1,0 8-335,3-6-62,-2 23-369,-2 15 8,0 12-25,3 15 6,6 35-31,-4-19 1,-1 4-556,2 17 0,-1 1 549,-2-12 1,-2 0-17,-4 17 0,-3 3-16,-2-16 0,-2 1 0,0-1 29,0-1 1,0-1 0,-1-1 1,-1 3 1,-1 0 0,1-6 106,-9 21-69,3-47-23,7-34-5,0-38-3,8 18 1,1-3-623,0-8 1,0-4 631,1 14 1,1-1-1,-1 0 2,0-3 1,0-1-1,0 0 0,-2 0 1,0 1-1,1 1-7,-1 2 0,0 1 0,1 1 232,-3-12 0,1 2-231,4 7 0,4 4-12,2 5 1,6 4-45,5 5 0,5 5 41,7 3 1,3 5 17,26-3-356,-7 15 0,2 7 339,-18 5 0,-1 3-9,16 6 0,-5 7 418,-14 12 0,-10 7-446,-12 3 1,-10 2 13,-7 0 1,-8-1-224,-12-3 1,-7-5 194,-2-11 1,-3-5-88,1-4 1,-1-3-185,1-5 1,2-2-345,-16 0 855,3-28 1,33 12 0,-2-15-1</inkml:trace>
  <inkml:trace contextRef="#ctx0" brushRef="#br0" timeOffset="5686">6664 4913 14531,'1'4'5366,"-1"-1"-4669,2 30 1,0 11 126,-5 12-623,3-17 1,0 6-1,-1-2-448,-3 3 0,-2-2 418,1 1 0,0 0-34,0-2 0,-2-1 14,1-5 0,-1-2 746,-8 22-544,-1-17 411,1-17-468,3-15 85,5-20-314,3-16-22,3-20-17,3 14 0,1-2-238,2-8 1,2-3 225,2-5 1,1-2 14,2-1 0,1 0-15,0 2 1,2 2 3,-1 6 0,3 3-186,-2 5 1,2 3 168,2 5 0,1 3-3,26-15-44,8 13 41,-16 20 0,1 4-8,15 3 2,-14 8 1,-1 4 2,11 19-125,-23-9 0,-2 4 145,-5 1 0,-7 4-28,-14 10 0,-8 0-14,-11 15 19,-10-16 1,-7-3-26,5-15 1,-1-4 294,-10 5 0,-2-2-365,2-6 0,-1-3-142,5-3 0,1-3-1149,-24-11-3649,22-18 5044,19-10 0,13 9 0,8 7 0</inkml:trace>
  <inkml:trace contextRef="#ctx0" brushRef="#br0" timeOffset="6251">7315 5197 26509,'23'-44'30,"1"-1"0,-1 0 1,-1 1-1,0 1 0,-4 1-8,-2-7 1,-2 1-986,-1-5 1,-1-1 984,-1-3 1,-2 0-4,0 3 1,-1 1 16,-2 0 1,-1 3 127,-1 16 0,-1 3-120,0-16 424,-2 32-479,-1 12 28,-1 48 11,0 6-294,0-12 0,0 2 255,-1 6 0,0 1 8,1-4 0,0 1 3,0 11 0,1 4 0,2-15 0,2 1 0,2-1-11,6 17 0,4-2 5,3-6 1,4-4 5,2-12 0,3-8 1002,23-4-996,8-35-6,-21-6 11,-13-8 0,-3-5 11,-3-24-5,-8 17 0,-2-2 30,-3-4 1,-3-1-148,-1-17 151,-4 10 94,-5 28-117,3 15 600,-2 1-633,3 22 5,2-5 0,-1 16 504,2 14-509,2-12-51,1 31-185,5-18-426,-1-12 1,1 0-219,5 10-8946,13 4 7745,-15-32 1,3 0-1,-11-11 1</inkml:trace>
  <inkml:trace contextRef="#ctx0" brushRef="#br0" timeOffset="6442">8227 4666 19667,'-3'-5'3803,"0"1"-4543,3 4 497,-31-5-1090,29 23-5674,-12 16 2409,31 5 3556,12 11 0,-19-36 1,1-1-1</inkml:trace>
  <inkml:trace contextRef="#ctx0" brushRef="#br0" timeOffset="7269">8626 4851 12981,'5'-5'8234,"-1"2"-5663,-4 3-1513,18-64-688,-17 44-48,1-18 0,-5 3-226,-14 29 167,-36 3-179,25 8-17,-5 7 0,0 3-61,6 4 2,3 8 1,2 3-15,9 14-14,5-10 1,4-1-15,8 14-100,17 11-177,1-29 0,5-1-585,3-2 0,3-2 728,0 0 0,4-5-395,11-7 0,0-7 244,3-5-53,4-8 0,-2-4 237,-10-5 154,-6-1 1,0-5-1259,-11-4 0,-3-1 1458,11-11 83,-13 8 0,-4 1 379,-8 2 19,-2-2-161,-13 6-327,0 10 903,-26 4-964,1 11-39,-20 9-78,13 3-12,11 5 0,2 3-16,1 3-15,3 7 1,3 2-3,9-1-17,3 27-6,24-26 3351,12-1-3312,24-16 23,-8-19-22,-2-7 307,-15-34 1,-7-7-67,-6 10-41,2-8 0,-4 4 35,-14 27-163,0 9 17,0 6-95,-3 17-11,0 14 5,-1 2-22,11 32-5,9-28 33,15 16 17,8-28 5,6-11-11,-8-12 0,9-16-11,-21-2 0,1-5-6,1-1 1,0-4-548,4-8 0,-2-4 550,-5-1 1,-4-1 7,-4 7 1,-2-2-3,-2-8 1,0-5 0,-2 5-4,-2 6 0,-1 0 20,3-18 1,0-7 0,-2 7 9,-3 12 1,-2 2-6,3-15 1,-2 3 41,-7 0 11,-1 25-67,-2 17 1,1 13-1,1 10-11,-5 19 5,1 7 1,-1 5-86,0 6 0,-1 3 72,2-3 1,0 2-1,0 1-541,1-1 0,0 1 1,0 0 486,2 4 0,0 0 1,1 0-68,0 0 0,2 0 0,1-1-37,3-3 0,1-2 0,3-2-226,4 13 0,3-5 103,-2-17 1,2-4-3397,19 12-825,-18-32 4510,5-7 0,-14-6 0,-1-5 0</inkml:trace>
  <inkml:trace contextRef="#ctx0" brushRef="#br0" timeOffset="7624">9514 4944 21153,'-8'-4'3602,"2"1"-2207,6 3-1093,0 0-352,-8-37-85,39 29-106,7-27-218,25 38 283,-13-1 0,0-1 125,-15-1 1,-1-2-232,15-2 1,-1-2 281,8-7-26,-24-2 0,-4-4 239,-1-11 101,0-13 61,-21 9 324,-11 5-117,-8 1-436,1 10 542,-2 4-475,3 8-34,3 5-179,-4 10 0,2 14-34,-1 18-50,4 17-28,6-24 0,2 2-350,3 2 0,3 1 98,1-1 0,2 0-177,3-3 1,2-2-2138,18 20-374,-5-19 3052,1-14 0,-18-15 0,-1-2 0</inkml:trace>
  <inkml:trace contextRef="#ctx0" brushRef="#br0" timeOffset="8157">10182 4539 22839,'-4'-6'2201,"1"2"-2475,3 4-124,-32 6-139,29 17-175,-18 12-554,44 16 572,1-11 148,6-14 0,5-4 169,-5-9 0,3-4 340,16 5 1,3-3 58,-4-8 1,-1-3 122,-1-2 1,-3-2-1396,-5-1 0,-3-3 2415,11-10-106,-24-2-656,-20 6 482,-26-3-179,-19 12-499,0 2 163,-20 13-101,20 8 309,-6 9-510,12 6-24,15 3 3382,16 3-3387,21-1-28,6-8 1,10-5 21,27 0 29,0-12-15,-24-7 1,0-4 58,16-13-3358,-26-23 3303,-12 5-12,-6-9 62,-14 4 2,-7-1 1,-3 0 19,-10-14-76,7 15 1,-1 4-20,4 13-28,-4 8-39,10 14-106,-4 7-365,8 14 2378,5 7-11699,21 13 7518,-7-16 1,9-2 0,-15-24 0</inkml:trace>
  <inkml:trace contextRef="#ctx0" brushRef="#br0" timeOffset="8502">11096 4787 20845,'2'-10'4268,"0"1"-3013,-2 9-493,0 0-4975,-29 30 4208,18-9 397,-7 8 0,2 3-375,7 16-12,2 12-33,3-7 67,5-10 96,6-24-34,7-19-6,6-25-34,7-15-21,4-9 2938,5-2-2922,3 4-20,-15 24 1,1 2-31,9-4 111,11 6-101,4 31-16,-18-2-72,18 25-360,-32-2-1842,6 16-4542,-5-6 6005,1 5 0,-11-29 0,-1 0 1</inkml:trace>
  <inkml:trace contextRef="#ctx0" brushRef="#br0" timeOffset="9319">12824 5390 19099,'3'-62'973,"-1"-1"0,1 1 1,0-1-1,-1 0 1,-1 7-414,0 11 0,-1 4-57,0 0 0,1 2-251,3-4-65,1 27-80,19 46-74,-5 7 1,2 8-29,0 3 1,1 7 0,-1-2-483,-4-9 0,1-1 1,-1 5 443,0 8 1,0 6 0,-1 1 0,-4-5-842,-3-4 1,-4-2 0,1 0 773,0-6 1,2 2 0,-2 0 0,-3 0-464,-4 5 0,-2 2 0,-3-2 0,-1-4-1213,-1-5 0,-1-4 1,-1 1 1448,0 4 0,0 1 1,-2-7-366,-5-2 0,-2-15 76,1-30 549,1-7 194,9-32 1,6-24 0,1 7 32,-2 18 0,1-2-62,1 1 0,1-8 0,-1-2 0,0 3 351,-2-8 0,0 3 0,0 4-200,0-1 0,-2-1 126,1 7 1,-1-6 0,0-2 0,-1 7-111,-1 4 0,-1 3 0,0 0-260,-2-10 1,-1-1-1,1 1 165,0 5 0,1 1 0,0 0-29,3-2 1,2 0 0,1 4-111,0 1 0,6 1-1,15-17 1,8 8-25,9 16-15,4 8 1,6 7 449,-1 21 1,2 8-468,0 3 1,0 4 5,-1 3 1,-3 6-104,1 22 0,-6 4 47,-18-21 1,-3 2-75,4 13 1,-1 8 0,-7-3 76,-12-7 0,-6 0 73,-5 17 0,-8-3 14,-2-23 0,-6-5 14,-15 0 0,-5-5 5,4-9 1,-2-4 11,2-3 0,-3-2 0,3-2-23,-1 0 0,2-5-50,-13-13 0,10-8 175,21-21-1071,3-12-2099,29 22 0,7 2 3023,18-13 0,-4 8 0,-8 18 0</inkml:trace>
  <inkml:trace contextRef="#ctx0" brushRef="#br0" timeOffset="9966">13781 4525 25410,'46'26'60,"0"0"0,-4 1 0,-5 1-49,-16-2 0,-5 1 11,6 30 6,-16-4 12,-18-5-18,-4-16 118,-23-4 22,13-20 34,-9-5-106,19-9 39,7-20-107,10 9 12,20-31-34,0 24 5,12-3 1,5 0-9,-8 11 0,1 1-850,16-7 1,0 0 849,-14 10 1,-1 1 7,16-4 1,-1 2-404,9-2 398,-21 5 0,-3 1 112,7-2 68,-27 7-96,0 0 67,-14 4 1533,-21 12-1645,0 6-28,-14 14 0,15-5 503,3 11-480,12 2-23,10 1-11,13 3 0,18-13 0,0-10-11,7-9 0,3-1 16,-10-6 1,-1-2-311,16 1 1,-2-2 344,6-8 111,-7-23-50,-32-1-29,-2-20-44,-17 15 25,-8 6 1,-4 1-4,-15-10-22,7 12 0,-2 0 23,-20-7-23,11 11-6,-6 6-44,20 13 5,-1 3 519,12 23-917,8 6-609,9 21-1217,16 3-1260,0-23 0,2 0 3501,1-3 0,0-1 0,12 7 0,-14-15 0</inkml:trace>
  <inkml:trace contextRef="#ctx0" brushRef="#br0" timeOffset="10336">15387 4833 21427,'0'-8'2221,"-3"-22"1,-1-6-1354,-3 0-605,-1-4 0,-2 1 6,-13 7-163,-12 12-78,3 11-5,-18 12-12,10 11-6,-9 24 1,21 4-17,12 14 11,20-18 11,18 4-39,23-10-152,4-6 219,12-10 56,-17-25-22,-14-5 302,-3-31-72,-17 6-230,0-19-73,-8 12 0,-2 8 0,0 11 0,0 12 0,0 14 209,3 20-209,3 22 0,-2-7 0,-1 2-232,1-4 1,-1 4 231,-2 9 0,0 5 0,0-4-596,-2-5 1,0 1 361,-2 5 0,0 9 0,-2 0 0,-3-4 53,-4-4 1,-3-3-1,1 0 1,5-1 0,2 0-1,-3-4 1,-8-2 0,1 0-1</inkml:trace>
  <inkml:trace contextRef="#ctx0" brushRef="#br0" timeOffset="13223">15788 4783 21926,'-10'-55'1127,"-1"0"1,2 6 0,1 8-293,4 15-645,2 12-128,0-2-51,11 15-5,9 13-1,4 2 3,4 8 1,1 4-37,16 20-3,-11-10 1,-1 4-18,-6 5 0,-3 1-181,-8-14 1,-2 0 219,-1 11 1,-8-2 30,-17-1 40,-12-3 11,-11-21 16,3-23-5,10-17 17,14-18-11,18-7-79,15-3-173,17 4 142,-15 25 1,4 3-34,2 2 0,2 2-42,21-7-155,-9 12 1,1 2-12,-13 4 1,1 2-121,16-2 0,1 2-132,-10 1 1,-1 2 30,-3 0 1,0 0-293,25 0 701,-23 0 370,-9-8 112,-21-1 129,-1-10 72,-12-2 572,-3-1-913,-2 5 609,-20-1-548,-1 12-89,-21 9-112,-3 12-84,2 15-28,12 7-6,16 5-28,19 0 6,20-4-6,19-6 11,1-11-16,20-7 11,-23-13 0,1-2-97,-1-3 1,-1-2 118,4-4 0,-2-3 68,6-18-18,-15 4 208,-10-14-28,-14 14 17,-5-9-6,-4 15-56,-1 6-140,3 8 164,3 5-231,3 7-12,0 8 12,3 10-95,3 10-286,5 15 134,0-13-78,3 7-1899,12 2-963,5-11-428,-7-11 1,3-3-4698,30-2 8323,-24-18 0,0-4 0,1-4 0,0-3 1848,-2-5 0,-3-2 5271,15-21-3079,-16-1-1648,-15 4-863,-8 4-521,-5 7-364,-1 6-442,-1 9 316,1 5-512,1 6 15,0 8-4,2 1 16,3 28-21,-2-1-24,-3 20 12,-9-4-5,-6-4 5,-5-7 39,2-11 34,6-15 11,6-21-62,7-4 45,9-25 1,7 0-18,7-15 34,4 0-11,2 2 0,-2 9-6,-1 7-50,-1 11-6,-6 8-6,9 6-5,-6 10 0,10 8-16,-5 11 21,-3 11 1,-5 5-6,-9 4-11,-7-2-1,-10-4 1,-4-8 34,-3-11 27,2-9-11,4-13-5,4-11-6,4-15 17,7-10 11,6-4-6,6 1 6,2 8 6,3 5-29,3 10-10,3 6-12,6 8-11,2 8-11,4 11-23,3 11-78,2 13-163,-23-14 1,-3 2-695,-1 3 0,-2 0-2105,6 18 3074,-11 2 0,-10-29 0,-2-1 0</inkml:trace>
  <inkml:trace contextRef="#ctx0" brushRef="#br0" timeOffset="14246">18205 4920 21119,'0'-8'2297,"0"-31"0,0-6-1933,0 16-121,0-19 1,0 2 8,3 26-95,2 0-96,2 10-49,3 8 10,5 18-11,-3-1 34,4 26-39,-8 1-29,-2 16 14,-8-20 1,-3 0 14,-2 13-1,-3-15 1,-2-4 5,2-11 51,-4 5 11,11-25-17,1-11 5,5-10-21,7-27-18,-1 11-8,0 6 0,1-2 8,6-15 12,7-10-6,1 8-28,2 13 6,3 13-1,2 12 12,5 8-11,3 11-57,7 20 51,-15-3-9,-11 6 1,-2 1-3,-7-1 17,3 28-17,-17-24 5,-6 4 17,-8-6-5,5-15 16,0-6-11,10-16 17,4-17-11,7-8-11,3-6-6,16-14-34,-6 17 34,5-5-5,-2 14 10,-3 13 12,9 3-34,5 11 17,14 15 0,-15 0-6,-8-1 1,0 1-12,21 20 23,-9-8-6,-10-8 0,-2-2 0,-7-7 5,8 5 1,-16-18 0,4-10 27,8-18-16,-6 2 61,14-28-50,-20 28 73,12-27 106,-15 29-78,2-2-90,-7 16-39,-4 9 12,0 8 32,0 8-60,-3 20-12,1 2-12,0 9-66,4-6-23,2-11-952,14 10 314,-5-22-2980,18 7 3747,-10-20 0,-5-1 0,-5-4 0</inkml:trace>
  <inkml:trace contextRef="#ctx0" brushRef="#br0" timeOffset="14396">19419 4508 21719,'4'25'-786,"-6"-17"0,12 12 0</inkml:trace>
  <inkml:trace contextRef="#ctx0" brushRef="#br0" timeOffset="15145">19727 4726 26962,'-19'28'39,"3"8"-45,10 18-11,3 4 12,2-12-23,3 15 28,0-32 67,1 4-33,-1-23 61,1-22-67,0 1 17,5-22 50,10-15-22,6-6-202,-7 22 0,1 0 151,16-13-22,-8 15-11,12 10-23,-13 16-44,11 11-57,-8 14-77,-2 14-35,-7-1 1,-1 1 55,6 10-187,3 1 1,4-3-903,16-2 770,-10-12 1,3-3 52,-1-9 1,1-5 249,-8-2 0,1-2-68,15-3 0,-2-4 270,-2-5 119,-9-1 1,-2-7 1175,-5-25-354,-6-6-24,-9-13-503,-10 17 589,-8-11-774,-1 28 112,-22-12-264,-1 27-16,-18 8-28,14 8 0,-7 20-28,13 4-6,12-4 1,2 2-12,1 22-5,18 5-17,16-20 16,12-13 567,4-13-499,0-17 73,-3-13 123,-8-14 330,-8-16-73,-12 1-306,-8 5-192,-5 15 0,0 21 0,1 22 0,0 24 0,1-5 0,0 5-567,0 12 0,-1 4 567,1-13 0,0 3 0,1 0-439,0 6 1,0 1 0,0 0 438,1 4 0,0 0 0,1 0-582,0 0 1,1 1 0,-2-2 327,-1-1 0,-1-2 0,-4-1-290,-2-3 1,-4-2 0,-4-3-1519,-6-3 1,-5-3 0,-4-3 2061,-9-2 0,-4-3 0,2-4 0,3-1 0,1-5 0,0-6 0,1 0 0</inkml:trace>
  <inkml:trace contextRef="#ctx0" brushRef="#br0" timeOffset="17048">22401 4827 25489,'19'-41'5,"-9"25"-83,-20 56-236,0 1 0,0 1-173,0 4-2087,2 6 1,3-1 1510,6-7 0,-2 5 0,6-33 0</inkml:trace>
  <inkml:trace contextRef="#ctx0" brushRef="#br0" timeOffset="17415">22669 4471 23237,'-32'11'64,"0"0"1,-9 26-54,54-8 0,11 10 28,2-18 96,-1-9-29,-6-8 258,1-18-95,-12-6 56,0-15-6,-12-1-5,-5 0-56,-6 2-90,-2 8-123,4 9-124,4 8-44,4 13-118,3 15-359,1 14-755,3 16-2140,7 8-6336,4 2 8175,0-18 0,-4-13 1,-7-21-1</inkml:trace>
  <inkml:trace contextRef="#ctx0" brushRef="#br0" timeOffset="17981">23048 4738 12602,'2'-7'5764,"-1"2"-2424,4-55-2803,-3 41 712,3-43-1238,-6 61 593,1 12-581,0 15-34,2 3 19,0 3 0,0 3 1639,1 20-1647,-1-15 0,-1 1 6,-2 23-12,-3-12 57,-1-15 201,2-17-23,3-17-150,7-18-46,2-3 570,20-30-508,-2 12-67,-7 10 0,0 1 17,13-7-28,-4 12-12,-4 12 1,0 15-23,1 11 17,4 9 17,1 4-17,4-2 5,5-6 1,-6-11 16,27-13 18,-14-15-322,-14 2 1,0-5 325,-7-4 1,-4-4-23,-1-6 1,-4-4 5,-2-7 0,-3-2 0,-3 6 0,-2-2-465,-2-7 1,-2-5 0,0 2 486,-1-2 1,-1-1-1,0 5 1,-2-3-1,-1 4-57,-2 1 0,-2 5 192,-10-16-101,1 27-67,4 23 502,6 26-530,3 28 22,2-7 0,-1 5 100,0 10 1,1 4-112,-1-14 0,0 1 0,0 1-12,0 2 1,0 1 0,0 0-42,0 2 1,1 0 0,0 0-81,2 1 1,1-1 0,2 0-128,-1 0 1,2 0-1,1-2-218,3-2 0,1-1 1,1-2-1237,7 13 0,4-5 1163,3-11 0,0-7 1,3 2-1,-3-21 1</inkml:trace>
  <inkml:trace contextRef="#ctx0" brushRef="#br0" timeOffset="18711">23794 4787 25275,'-1'-36'-58,"0"-1"0,25 4 1,10 9-78,-2 22 1,4 6-942,21-2 1,2 0 929,-13 0 1,-1-1 69,-2 1 1,0-1 286,-5-3 1,-2-1-151,19-5 443,-23-6-257,-20-4 223,-25-4-280,1 6 1198,-18-3-940,10 9 44,-5 1-251,4 4-3504,1 7 3280,8 3 11,0 9-6,9 3-11,4 6 6,9 3 0,11-2 11,14-3 3425,8-10-3397,0-11 17,-5-13 17,-14-8 5,-10-3 6,-7 1-34,-12 2-11,-6 6-11,-15 5-23,6 6 12,-12 9-29,10 8-5,-2 9 0,4 8 0,6 6 0,8 5-16,9 4-24,18 10 35,-1-17-1,1-13 1,3-3 27,19 1-33,15-1 11,1-10 11,2-19 0,-22-2 0,3-19-5,-22 2 28,0-14 33,-5-14-22,-3 1-17,-2 6-23,2 14 6,-1 20 1,6 7-7,5 8-33,10 10 11,5 11 34,1 13-34,-5 11-128,-9 8-342,-10 3-651,-9-19 1,-1-2-761,1 14 1898,1-13 0,2-5 0,-4-13 0,7 7 0</inkml:trace>
  <inkml:trace contextRef="#ctx0" brushRef="#br0" timeOffset="19112">25385 4841 23523,'-12'-53'1250,"0"-1"1,1 4 0,0 7-943,0 13-241,3 11-55,6 14 4,2 17-27,0 16 19,0 7 1,0 4-15,-1 21-872,-1-18 1,0 7-1,1-6 858,-1-9 1,1 0-64,-1 18 1,1 8 0,1-7-674,2-15 0,1-1 535,0 7 1,2 5 0,2-6-158,2-8 0,1-2-367,2 3 0,0-3 403,3 2-33,-6-34 325,-12-15 50,-7-33 64,-4 7 1,-2-1 598,4 6 1,-1-2-571,-2-4 0,-1-3 1,1-2 105,5 1 1,1-1 0,0 2-97,-3-11 1,2-2 64,8-4 0,3-5 0,3 9-104,2 19 1,3 2-5,2-8 0,4-5 0,2 4-21,10-5 0,3 4-48,0 1 1,2 3-17,-2 4 0,2 5-65,-1 15 0,-1 5 1479,7 4-1893,8 13 0,2 7-627,5 19-1242,-12-2 0,-5 5-1974,-7 20 3823,-20-19 1,-3-3 0,-3-5-1,-1-1 1</inkml:trace>
  <inkml:trace contextRef="#ctx0" brushRef="#br0" timeOffset="19289">25323 4937 17518,'-1'-4'3893,"1"1"-3709,0 3-3522,101-57-3136,-60 40 6474,1-3 0,7-5 0,-12 9 0,-14 13 0,0 1 0</inkml:trace>
  <inkml:trace contextRef="#ctx0" brushRef="#br0" timeOffset="19840">26141 4824 23579,'36'-47'595,"1"-1"1,-4 1 0,-10 5-304,-24 9 409,-6 1-555,-8 14 96,-6 9-225,1 6 95,-22 19-107,8 4 6,-12 16-5,14 2-12,13-8 260,7 9-293,13-1 28,3-7 5,22 6 12,1-26 11,18-4-12,-13-12 29,21-21 28,-21-2 27,12-15 29,-19 4 39,-6 3-68,-9 11 141,-3 4-185,-5 14-17,0 1-34,-2 9 0,0 8 12,0 2-40,0 30-122,0-5-320,3 22-650,3-7-1299,9-1-6319,9-4 7896,3-12 0,-9-16 0,-6-11 0</inkml:trace>
  <inkml:trace contextRef="#ctx0" brushRef="#br0" timeOffset="20071">26880 4697 20716,'2'-8'3871,"0"1"-3135,5-30 1,-1-7-199,-6 16-393,6-19 1,-7 7 5,-16 30-56,-12 12-61,1 4 11,-19 17-40,-2 16 12,9-3-107,14-1 1,6 3-460,10 14-28,-1 10-647,14-30 0,5-1-3692,5-1 1,2-1 3024,7 15 1,3-7 0,-19-31 0</inkml:trace>
  <inkml:trace contextRef="#ctx0" brushRef="#br0" timeOffset="20428">27139 4811 17798,'4'-9'3086,"9"-26"1,1-6-1794,-8 14-895,7-13 0,-6 3 11,-16 24-191,-8 7-67,-6 11-100,-2 6-40,4 10 23,6 6-34,8 1 33,12 1 6,9-4 1,13-6 4,9-9 7,4-9 66,1-11 7,-6-10-46,-8-11 28,-11-8 1,-9-4-23,-9-1-23,-2 12 119,-14-4-96,-1 21-51,-10-2 118,-14 33-162,10 9 11,11-1 0,2 4-342,-1 31 316,13-26 1,4 3-98,7 2 0,4 2-387,5 1 1,6-1-1920,8 4 1,4-3 2428,-1-4 0,1-3 0,12 10 0,-17-20 0</inkml:trace>
  <inkml:trace contextRef="#ctx0" brushRef="#br0" timeOffset="23415">4470 6129 12337,'-58'10'793,"0"0"0,0 0 0,2-1 1,3 0-1,29-3-418,33-5 426,24-5 0,20-5 0,0 1-583,-7 1 1,0 1-1,8-2-1071,-2 1 0,7-1 0,5-2 1,2 1-1,0 0 0,-4 0 886,-6 2 1,-1 0 0,-1 1-1,0 0 1,2-1 0,3 1-157,-6 0 0,2-1 0,2 1 1,1 0-1,0 0 0,0 0 0,-1 1 1,0-1 129,4 1 0,-1 0 0,-1 0 0,0 1 1,2 0-1,3 0 0,2 0-44,-10 1 0,4 0 0,1 1 0,3-1 0,0 1 0,1 0 0,-1 0 1,-1 0-1,-1 0 0,-3 0 0,-3 0 28,8 0 0,-4 0 0,-2 1 1,-1-1-1,0 1 0,3-1 0,5 1-108,-9 0 1,3 0 0,2 0 0,2 0 0,1 1 0,0-1 0,1 0 0,-1 1 0,-2 0 0,-1-1 0,-3 1-83,9 0 1,-3-1 0,-1 1 0,-1 0 0,-1 1 0,1-1-1,0 0 1,2 0 198,-3 0 0,2 0 0,1 0 0,0 0 0,0 0 0,-1 0 0,-1 0 0,-2 0 0,-2 0 0,4 0 0,-1 0 0,-2 0 0,-1 0 0,-2 0 0,-2 0 0,-2 0 0,10 0 0,1 0 0,0 0 0,0 0 0</inkml:trace>
  <inkml:trace contextRef="#ctx0" brushRef="#br0" timeOffset="23940">14400 5747 13127,'-42'4'943,"1"-1"1,-8 6 210,89-3-535,-7-2 0,1-1-334,-4 0 1,4-1-727,11-1 1,5 0 0,0-1 587,-4 1 1,0-1 0,3 0-507,4 0 0,5 0 1,1 0-1,0-1 472,1 1 0,0-1 1,1 0-1,2 0-37,-8 1 0,2-1 1,1 0-1,0 1 0,1-1-48,-5 0 0,2 0 0,0 0 0,0 0 0,-1 0 0,-1 0-418,2 0 0,-1 0 0,-1 0 0,2 0 0,2 0 386,1 0 0,2 0 1,2 0-1,1 0 0,1 0 1,0 0-234,-5 0 0,1 0 1,0 0-1,1 0 0,0-1 1,1 1-1,0 0 134,-6 0 0,-1 0 0,1 0 0,0 0 0,1 0 0,0 0 1,1 0-1,1 0-315,-1 0 1,2 0 0,1 0 0,1 0 0,-1 0-1,0 0 1,-1 0 0,-3 0 0,-3 0-358,7 0 0,-3 1 0,-2-1 0,-2 0 0,1 0 1,0 1 761,3-1 0,2 1 0,-1 0 0,-1-1 1,-6 1-1,-6 0 0,20 0 0,-8-1 1,0 1-1,0 0 0</inkml:trace>
  <inkml:trace contextRef="#ctx0" brushRef="#br0" timeOffset="24488">22126 5796 13626,'-56'-6'1638,"-1"1"0,1-1 1,-5-1-1,8-1-966,-2-8-248,59 4 46,33-1 1,16 3-1678,2 1 0,6 2 1300,-15 1 1,4 1 0,3-1 0,-1 1-27,2 2 0,0 0 1,1 1-1,1 0-25,4 1 0,1-1 0,1 1 0,0 0-10,-10 0 1,1 1-1,-1 0 1,2 0 0,-1 0-366,3-1 1,1 1 0,0 0-1,0 0 1,1 0 391,2 0 0,2 0 1,0 0-1,0 0 1,1 0-305,-7 0 0,0 0 1,0 0-1,1 0 0,0 0 1,1 0 269,2 0 0,1 0 0,0 0 0,0 0 1,1 0-1,-1 0-206,2 0 1,0 0 0,0 0 0,1 0 0,-1 0-1,0 0 178,-1 0 0,1 0 1,0 0-1,-1 0 0,0 0 1,-1 0-100,-3 0 1,0 1 0,-1 0 0,0-1-1,-1 1 1,-1 0-433,5 0 1,0 0 0,-1 0 0,-3 0 0,-1 1 533,0 0 0,-2 0 0,-2 1 0,-5-1 0,15 1 0,-10-1 0,-3 2 0</inkml:trace>
  <inkml:trace contextRef="#ctx0" brushRef="#br0" timeOffset="28403">4233 11008 6108,'8'-59'538,"1"1"1,-1 0 0,1 0 0,0 0-1,-1 0 1,0 4 0,0 0 0,0 1 0,-1 0-1,0 2 1,0 1-163,1-11 0,0 2 1,-1 2-1,-1 2 300,1-6 0,-1 2 0,-1 5-100,1-8 1,-2 8 1154,-1-5-1524,-3 49 191,0 51-261,1 0 0,-2 8-495,0-3 1,-1 6-1,0 2 1,0-3 364,1 4 1,-1-3 0,1 4-7,-2-3 0,1 3 1,-1 1-1,0 3-253,0-4 0,0 3 0,0 2 1,-1-1-1,1-1 190,-1-3 0,0-1 1,0 0-1,0 2 1,-1 4-150,0-4 1,1 4 0,-1 2-1,-1 1 1,1 1 0,-1-2 0,1-1-315,-1-7 1,1 0 0,-1-1 0,0 0 0,0 0 0,0 0 0,0 0 456,0 4 0,0 1 1,-1 0-1,1 0 0,0-2 1,0-2-1,0-5 1,0 10-1,-1-5 0,1-3 1,0-1-1,0 9 1,0 0-1,1 0 0</inkml:trace>
  <inkml:trace contextRef="#ctx0" brushRef="#br0" timeOffset="29223">4389 9629 10937,'29'-46'438,"0"-1"1,2 4 0,5 11 239,0 23 0,5 8-2192,13-5 0,5 0 1769,-10 1 1,3 0 0,3 0-148,-7 0 0,1-1 0,2 0 0,1 0-34,8 0 0,0-1 0,2 0 1,1-1-390,-8 2 1,1-1 0,1 0 0,1 1-1,0-1 345,-7 1 1,1 0 0,1 0 0,0 1 0,0-1 0,1 0-121,2-1 0,1 1 1,1 0-1,-1-1 0,1 1 1,0-1 110,3 1 1,-1-1-1,0 0 1,1 0-1,2 0 1,2-1-161,-8 1 0,2 0 1,1 0-1,1-1 0,1 1 1,0-1-1,0 0 0,0 0 145,-4 1 0,0-1 0,1 1 1,0-1-1,0 0 0,0 0 1,0 0-1,1 0 0,-1 0-30,1 0 0,-1 0 0,1 0 0,0 0 1,0 0-1,0 0 0,0-1 0,0 1 1,-1 0 39,-1 0 0,0-1 0,1 1 0,-1 0 1,0-1-1,-1 1 0,0-1 0,-1 1 0,-2 0 5,8-1 1,-3 1 0,0-1-1,-1 0 1,0 1 0,-1-1-1,1 1 7,0-1 0,0 0 0,0 0 0,0 0 0,-2 0 0,0 0 0,-2 1-3,8-1 1,-3-1 0,-1 1 0,1 0 0,5 0 60,-7 0 1,4-1-1,2 1 1,1-1-1,-1 0 1,-3 1-1,-3 1 8,2 0 0,-4 0 1,-1 1-1,1 0 0,3-1-31,-5 1 0,3 0 0,1-1 1,2 1-1,-2-1 0,-1 2 1,-3 0 37,5-1 1,-2 2-1,-2 0 1,-1 0-1,0 1-13,7-1 0,0 1 1,-2 1-1,-1 1 106,-6 0 1,-1 0 0,-1 1-1,-1 2-140,8 1 0,-1 1 1,-2 3-16,-6 0 0,-2 1 0,-2 2 491,14 9 0,-5 4-463,-6 2 0,-5 5 34,-7 2 0,-3 5 19,-5 3 1,-4 4-9,-4 5 0,-3 3-26,-1 6 1,-2 4 232,-5-16 0,0 2 0,-1 2-286,0 4 1,0 2 0,-1 3-4,0-1 1,0 3 0,0 1 0,-1-4-22,1 1 0,-1-3 1,0 3-2,-2-9 0,1 4 0,0 1 0,0-1 0,-1-2 104,0 13 1,0-4 0,-1 4-119,0-5 1,0 2-1,0 2 1,0-1-175,0 1 1,-1-1 0,1 0 0,-1 1 145,0-2 1,0 1-1,-1 0 1,1 0-8,-1-3 1,0 1-1,-1-1 1,-1 0-176,1-3 1,-2 0 0,0 0 0,-2-1 198,0-3 0,-2-1 0,-1 0 0,-1-1 121,-5 11 1,-2 0 0,-4-1-96,0-12 1,-4 1 0,-1-1 0,2-4 190,0-2 1,1-3-1,-4 1-191,-1-3 1,-4 1 0,-1 0 0,1-5-5,-2-3 1,0-3 0,-2 0-16,-11 7 1,-3 2 0,-2-3 74,10-8 1,-1 0 0,-1-2 0,-1 0-68,-4 1 1,-1-1 0,-1-1-1,-1 0 3,-2 0 1,-1 0-1,-1-1 1,-4 0-2,12-4 0,-4-1 0,-1 1 0,0-1 0,1 0 0,4-1 0,-8 2 0,4-1 1,0 0-1,-3 0-2,5-2 0,-3 1 0,-2 0 0,0-1 1,2 0-1,3-1-265,-6 1 0,4-1 0,0 0 0,-2 0 260,0-1 0,-2 1 1,0 0-1,-2 0 1,2-1-5,-1 0 1,1 0 0,-1-1 0,1 1 0,-1-1 3,-2-1 0,1 1 1,-1-1-1,0-1 1,-1 0 4,-1 1 1,0-2 0,-1 1 0,0-1 0,-1 0 1,9-2 0,-1 1 0,1-1 0,-2-1 0,1 1 0,-1-1-131,-2 0 1,-1 0 0,-1-1-1,1 0 1,-1 0 0,0 0 135,6-1 1,0 0-1,-1 0 1,1 0 0,-1 0-1,0-1 1,0 1-48,-2-1 0,0 0 0,-1 0 1,1 0-1,-1-1 0,0 1 1,0-1 48,0 1 0,0-1 0,0 1 0,-1-1 1,0 0-1,-1 1 0,-2-1-37,1 1 0,-2-1 0,-2 1 0,0 0 0,0-1 0,2 1 0,2 0 0,2-1 27,-1 1 0,4-1 1,1 1-1,1-1 0,-2 1 1,-2 0-16,3-1 1,-3 2 0,-1-1 0,-1 0-1,0 1 1,2-1 0,2 0 0,4 0-7,-9 0 0,5 0 1,2 0-1,0 0 1,-3 0 17,2 0 1,-2 0 0,0 0 0,0 0 0,-1-1 0,1-1-512,0-1 1,-2-2 0,1 0 0,1-1 0,2 1-1,4-1 517,-7-1 0,3 0 0,3 0 0,1-1 0,-8-2 0,3-1 0,11 0 0,3-6 0</inkml:trace>
  <inkml:trace contextRef="#ctx0" brushRef="#br0" timeOffset="30014">5930 10648 19927,'4'-54'1215,"0"0"0,-2 8 1,1 8-925,3 15-302,-3 19 73,3 19-18,4 19-49,3 24-46,-5-20 1,-2 2-656,0 6 1,-2 2 257,-1 5 0,-1 1-619,-2 5 0,0 0-406,-2-17 0,0 1 0,-1-1-3196,-3 21 1,0-2 4668,-2-9 0,1-5 0,-3 11 0,4-32 0</inkml:trace>
  <inkml:trace contextRef="#ctx0" brushRef="#br0" timeOffset="30177">5863 11124 12034,'-1'-62'1286,"-1"0"0,1 0 0,1 0 0,1 1 0,1 0-873,0 7 0,1 1 0,1 0-893,1 2 1,2-1 0,0 2 600,0 4 0,1 0 1,1 1-92,6-13 1,3 3-65,1 8 1,4 3-88,2 8 1,3 4 30,2 8 1,3 4-690,3 7 0,1 6-1674,2 11 0,-2 6 2453,-3 1 0,-4 3 0,8 12 0,-20-9 0</inkml:trace>
  <inkml:trace contextRef="#ctx0" brushRef="#br0" timeOffset="31548">6023 10843 13790,'15'-47'-92,"-1"0"1,-4 7 0,5 6 617,28 8 1,8 7-1054,-15 4 1,1 1-102,15-8 1,0 2-93,-12 5 1,-3 1 257,-6 2 0,-3 1 1922,14-7-990,-20 3 1196,-12 0-793,-13-2 3312,-1-2-2992,-3 0 81,2 5 384,-1-2-964,4 10-464,-2-2-292,3 6 51,8 11 28,1-1 5,27 28-308,-12-14 280,0 2 0,2 3-36,-4 1 0,-1 0-2,13 21-18,-13-12 0,-4 0-22,-6 11 101,-7 6 157,-29-8 100,-7-26-184,-2-9 50,11-30-67,21-8-45,12-12-17,15-6-6,17 0-8,-15 22 1,1 3-73,4 0 0,0 1 72,3 2 0,1 1 11,9-2 1,0 1-15,-13 7 1,-1 0 10,11-3 1,-2 1 2,1-1 48,-9 3 84,-13 3-78,-21 7 22,-16 14-40,1-3 57,-22 20-28,10 0-62,-3 11-11,13 11-11,17-8 418,10-5-418,33-5 11,-13-21 55,34 3 12,-8-22-27,-9-1 77,8-18 23,-29-4 112,-2-21-173,-13 12 50,-16-18 22,-11 15-8,3 12 0,-2-1-48,-8-7 101,-13-4-179,25 30-6,-7-1-61,13 21-1,1 0-195,7 29 72,3-16-353,12 24-324,5-11-493,11 9-410,11 1 582,-17-26 0,2-3 651,5-3 0,1-4 372,2-4 1,1-5 201,1-6 0,0-5 213,-3-3 0,-1-4 241,-3-4 0,-2-3 411,-1-6 1,-2-2 202,9-20-804,-7 1 484,-12 15-157,-8 17-219,-1 2-436,-4 11-17,-1 9 700,-1 27-638,0-7 134,0 30-157,-3-11-5,1-10 0,-1-1-18,-2 10 35,-1 5-12,4-30 135,1-4 67,6-18-191,0-2 51,12-19 22,7-10-50,-4 5 34,11-12-35,-10 18-16,5-2-33,4 8 5,-9 10-23,14 14 23,-18 4 23,16 17-34,-11 5 39,16 21-28,-4-5-12,-1-2 1,8-3 17,-10-21-12,13 3-11,-17-19 68,11-24-1,-9-8-22,4-9 56,-3-13-20,-17 17 1,-3-3-32,0-3 1,-2-2-337,0 0 0,-2-1 365,-4-1 0,-1 1 27,-1 9 1,-1 2 22,-1-31 89,-2 28 1,-1 2 72,-2 1-89,-5-3-190,8 24 5,1 14-12,3 5-2763,6 40 2770,-2-13-1,5 15 1,1 6-412,-1-16 1,0 0 334,0 0 0,2 4 0,-1-4-36,1 3 1,1-2-317,4 12 0,1 0-1138,2-3 1,1-2-2658,-1-3 1,0-3 4228,2-1 0,-2-6 0,-1-10 0,-10-18 0</inkml:trace>
  <inkml:trace contextRef="#ctx0" brushRef="#br0" timeOffset="31748">8488 10531 19703,'-1'-4'4234,"1"1"-3988,0 3-346,81-38-214,-35 35-453,10-14 1,1 5-1267,0 29-2218,0 1 901,-13-6 3350,17-1 0,-39-8 0,11 0 0</inkml:trace>
  <inkml:trace contextRef="#ctx0" brushRef="#br0" timeOffset="32778">9163 10496 13105,'7'-9'8451,"-1"1"-6014,-6 8-588,0 0-1687,-50-31-123,33 28-16,-38-9-18,52 34 1,9 10-6,13-10 5,11-4 1,6-9-12,-5-4 34,14-12-11,-17-5 0,8-11-6,-20 3 56,-9-20 1,-14 10 4,-9-13 7,-13 14 5,-6 10 0,-4 9-45,8 11 45,-12 18-73,19 7-28,-4 18 6,18 2-22,11 4 5,5-10-163,24 16-89,4-20-222,-7-13 0,5-1 154,0-9 1,1-3-39,25 3 55,2-10 171,-16-13 1,-2-6 232,7-10 22,-10 2 0,-7-3 219,-14-18 123,-11-1 34,-7 0-17,-2 7-29,1 7-139,-2 13 415,3 9-684,-1 7-17,3 25-6,0 5 18,1 24 4,-1-1-16,-4 4-39,0 1-6,-1-3-11,1-12 51,1-16 16,1-12 17,11-23-6,3-7-10,13-17 10,3-7-22,2-4 6,-7 9-23,9-7-28,-12 24 17,3-3-45,-2 21-28,-8 13-61,6 10-79,-3 13-212,7 4 116,-1-6-307,5-9 0,4-3 207,-3-7 0,2-2-256,5 3 1,3-1 308,18-5 0,1-4 331,-16-3 0,-1-2 64,19-1 0,-1-3 76,-16-2 0,-5-3 106,-6-1 1,-5-4 455,11-17 23,-22-6 12,-12-3-24,-12 0-127,-9 5 824,-14 9-1049,-12 13-107,-10 13-100,-4 14-17,3 11-67,15-1 17,0 16-56,25-11 11,1 12-6,17-16-45,36 0 57,-16-17 16,26-3-11,-13-22 42,-15-3 0,0-4-438,0-3 1,-3-4 456,0-11 1,-5-4 30,-6 0 1,-5-1 35,-3-5 1,-4 0 28,0 0 0,-2 2-1,0 5 1,-1 2 0,1 10 0,0 3 73,-1-11-157,2 22-73,3 17 0,14 63-6,-6-13-432,-1-8 1,1 8 0,0 5 172,-2 1 0,-2 6 1,0 0-1,0-3-633,1 0 1,0-3 0,0 6 897,-1-9 0,1 8 0,0 2 0,-1-1 0,0-7 0,0-9 0,0 1 0,0-4 0,0 2 0,0 1 0,0-1 0</inkml:trace>
  <inkml:trace contextRef="#ctx0" brushRef="#br0" timeOffset="35413">19151 9398 15613,'2'-46'1239,"1"0"0,0-1 0,0-16 1,0 3-829,0 12 1,-1 1 464,-2 2 1,-3 6-362,-2 6-125,-3-1-340,-1 42 34,-5 32-34,-1 10-889,2-5 0,-4 10 0,1-1 852,1-4 0,1 0 0,0 4-414,1-7 1,-1 4 0,0 1 0,1 0 0,0-3 398,2-1 1,0-3 0,0 1 0,0 5-33,0 0 0,0 5 1,0 2-1,0 1 1,1-3-1,1-5-507,-3 11 1,2-6-1,0 9 97,1-12 1,0 7 0,0 5 0,-1 2 0,1 0 0,1-4-1,2-5 342,0 1 1,2-4 0,1-2 0,0-1 0,-1 1 0,-2 12-1,0 0 1,0-3 0,1-4 0,4-9 0,0 0 0,0 0-1</inkml:trace>
  <inkml:trace contextRef="#ctx0" brushRef="#br0" timeOffset="36164">18861 9153 15406,'-16'-54'1172,"0"1"1,3 4 0,1 5-1038,0 2-85,24 10-27,29 19 5,-2 6 0,5 0-1127,15 1 0,5 0 1162,-12 2 1,2-1-1,3 1 8,-9 0 1,2 0-1,0 0 1,-1 0-26,8-1 1,-3 0 0,7 0-456,-5-1 1,5 0 0,3-1 0,0 0 0,-4 0 430,2 0 0,-4 0 1,2-1-1,3 0-322,-5 1 1,3 0 0,3-1-1,0 0 1,0 0 0,-2 0 300,-6 1 1,0 0 0,-1 0 0,0 0 0,0 0 0,1 0-209,3-1 0,-1 1 0,1 0 0,0-1 0,0 1 0,0 0 216,2 0 0,0 0 1,0 0-1,1 0 0,-1 0 1,0 0-39,1 0 1,0 0 0,-1 1 0,1-1 0,1 1-1,1 0 47,-9 1 0,1 1 0,1-1 1,1 1-1,-1-1 0,-1 1 1,-1 0-1,-4 0-4,12 0 1,-4-1-1,-2 1 1,1 0 0,3 1 9,-8 0 1,3 0 0,2 1 0,-1-1 0,0 1 0,-4 0-1,-3 1 94,7-1 0,-4 1 1,-2 1-1,0-1-100,0 1 0,0 0 1,-1 0-1,1 1 213,3 1 0,2 2 1,-2 0-1,-7 1-184,4 3 1,-5 2 503,14 4 1,-7 3-334,-14 16 2138,-23 7-2261,-11-6-5,-4-1 0,-1 1 50,0 18 830,0-11 0,0 1-875,0 16 46,-4-12 1,-2 11-1,-1 3 1,1-6-122,2-9 1,1-4 0,-1 5-170,-1 3 1,0 6-1,-1 2 1,1 0-1,1-6 158,0 6 1,2-4-1,2 1-4,1 4 1,1 1 0,1 1-6,0-12 0,0 0 0,1 0 0,0 1-3,2 3 0,1 0 0,0 1 1,0 0 0,0 2 1,1 0-1,0 1 1,0 0-498,0 1 1,0 1-1,0 1 1,0-1 493,0 1 1,-1 1 0,0-1 0,0 1-1,-2-1 1,1 0 0,-2 0 0,0-1-272,0-1 0,-1 0 0,-1-1 0,-1-1 264,-2-2 1,0-2 0,-2 0 0,-2-1-2,-1 12 0,-3-2 0,-3-1-2,-3-5 0,-2-1 0,-4-3 9,0-4 1,-3-1-1,-2-3-170,-1-3 1,-3-1 0,-1-3 171,-1-3 0,-1-3 1,-2-1 4,-1-2 1,-1-3 0,1-1-2,-7 2 0,-2-3 5,-3-4 1,-5-2 0,1-2-3,-9-1 0,-2-2-2,17-3 0,-3 0 1,-3-1-1,0-1-111,2-2 1,-3-1 0,0 0-1,1-1 1,3 0 107,-16 0 0,4 0 0,-2 0 0,5-1 1,-2 0 0,-2-1 0,-1 0-31,7 0 0,-3-1 1,0-1-1,0 1 1,1 0 35,5 0 0,1 1 1,-1-1-1,-1 0 1,-3 1-76,3-1 0,-3 0 0,-2 0 0,-1 0 0,0 0 0,1 0 0,2 1 67,-3-1 0,1 1 0,2-1 1,-1 1-1,1 0 0,-2 0-102,-1 0 1,0 0 0,-1 0-1,0 0 1,2 1 0,2-1 92,-1 0 1,4 1 0,0-1-1,-2 0 1,-4 1-46,3-1 1,-4 1-1,-2 0 1,-1 0-1,0-1 1,2 1-1,4-1-40,-5 0 1,4 0-1,1 0 1,-2 0 0,-3 0-31,5-1 1,-3 1 0,-1 0-1,-2 0 1,0-1 0,1-1 0,1 0 127,3-1 0,-1-1 0,-1-1 0,2 0 0,2 0 0,3 1 0,5 0 0,-6 1 0,6 0 0,2 0 0,-1-1 0,-2-2 0,-1-1 0,1 1 0,-1-1 0</inkml:trace>
  <inkml:trace contextRef="#ctx0" brushRef="#br0" timeOffset="37232">19473 10175 14337,'8'-6'3307,"3"-22"0,-2-8-1788,2-7-1371,0-1 1,0-2 467,2-5-32,-2 13-405,-4 15-53,-2 11-126,-4 12 17,0 6 39,-1 30-23,-1 8-33,-1-10 0,0 3 8,0-2 1,-1 0 68,0 0 1,0 0-67,-5 28 11,0-13 107,-2-17 185,-1-17-253,3-14 2,-2-18-7,-2-40-12,4-2-388,3 12 0,1-2 358,3 4 0,1 2-11,1 7 0,2-2-3,6-20 0,4 0 2,1 19 1,3 2-9,8-17 1,5 2-4,1 16 1,3 6 5,3 4 1,2 4-1,0 6 0,1 5-69,-2 4 1,-1 4 57,-4 5 0,-1 5-14,20 17 0,-14 16 0,-14 10 5,-13 5 12,-17 3-1,-12-2 30,-15-3 4,-9-8 0,-3-11 18,2-13-18,13-11 45,-5-17-39,15-7 6,-5-12-1,13-1 696,6-1-729,15 1 375,11 4-369,20 6 16,13 7-191,-21 7 0,1 3 160,3 3 1,-2 1 3,23 5-26,-15 6 0,1 2 14,-14-3 1,-1 0-147,10 8 0,-2 3 39,1 18-179,-37 12 135,-14-19-81,-9-11 0,-7-3-653,-19 2 84,18-11 1,0-2-1787,-25 2-2158,10-9 4762,8-12 0,18 4 0,7-5 0</inkml:trace>
  <inkml:trace contextRef="#ctx0" brushRef="#br0" timeOffset="37662">20724 9840 23601,'-52'-24'274,"0"1"1,-1 3-1,8 13-212,12 35-45,-2 13-12,15 8 1,10 2-17,19 0-1,9-6 12,15-7 40,6-11 38,14-15-44,-17-12 61,17-18 0,-21-9 51,6-13 38,-8-6-2,-18 15 1,-2 0-37,2-11 374,-4-19-340,-7 41 88,1-11-172,-2 24-147,0 3 40,-1 30 5,1-8-33,0 35-78,0-11-124,3-7 0,1 0-84,2 14-941,4-6 0,1-3-846,1-7 2112,1-1 0,1-3 0,-5-14 0,4 4 0</inkml:trace>
  <inkml:trace contextRef="#ctx0" brushRef="#br0" timeOffset="38221">21331 9867 14426,'7'0'5596,"-1"0"-2599,-6 0-1278,0 0-1462,-31-57-66,2 47-166,8-18 0,-2 5 121,-29 54-112,25-9-9,-4 9 0,0 4-2,-3 11-37,10-6 0,5 2-68,14-8 1,5-2-993,16 30 850,16-23-738,5-24 1,5-6-165,-8-6 0,1-2 496,6 1 0,2-4-1235,8-10 0,-1-5 1263,-19 1 0,-1-2 588,7-2 0,-1-3 456,-5-11 1,-5-1 128,-2-3 224,-4-1 1,-2-1 1114,-4-13-1020,-7 20 1,-2 1-135,1-15-106,-5 7 772,-3 2-565,0 10-678,-1 1-207,-2 25 51,0 13-7,-8 41-9,4-17 7,0 4 0,-1 3 25,3-11 0,2 1-187,-3 11 0,2 1-331,1 2 0,1 0-2075,3 9 0,2-1 131,1-18 1,2-2 2422,4 6 0,2-7 0,0-17 0,1-3 0</inkml:trace>
  <inkml:trace contextRef="#ctx0" brushRef="#br0" timeOffset="39514">22101 9842 17322,'-7'-44'1932,"0"-1"1,-1 2-1,-1 10-1489,-2 22-298,-5 3-38,-4 12 38,-10 13-47,1 6 0,-2 1-14,-16 16-301,7-5 1,-1 1 272,12-10 0,1 0-42,-5 5 0,2 2-6,6-6 1,7 1 64,11 21-62,16-20-11,37-4-84,6-19-118,-6-6 1,0-3-127,-13 1 0,1-1-274,25-8 0,-2-1 700,-7-2-689,3-4 0,0-2-37,-11 1 522,-6 0 0,-1-3 318,-1-13 220,-7-1-141,-10 5 817,-21 10-436,-7 11-28,-8-1-78,-7 6 213,-2 2-538,-3 9-207,11-1-12,0 13-28,16 0 23,9 13 0,4-9 0,20 6-3392,11-16 3386,-6-3 34,13-7 16,-22-11 1,1-9 39,-10-21-90,-7 9 45,-10-19 61,-7 17 80,-5-7-130,2 16 51,0 5-40,4 15 3348,-5 8-3381,-9 17-40,5-1-11,1 7 1,1 2 5,4 2-11,1 5 0,3 0-12,3-4-55,12 28-146,21-20 129,-1-9-203,26-4-144,4-30 49,-11-3 381,-14-4 1,-1-5 45,1-15-1,3-11 119,-11-13-74,-12 16 73,-2-5-11,-6 23-33,0 0-63,3 8 310,-1 5-365,2 5 11,-3 6 28,2 10 6,-6 17-22,-2 5-1,-4 3 0,-7-3-11,-1-11 6,-1 1 66,3-11 264,4-12-319,10-16-11,5-8 5,10-9-5,3 0 5,-4 7 6,5-2-57,0 11 35,-4 2-18,10 7 23,-18 7-50,14 15-62,-7 1-67,12 11-79,6-2-123,9-1 134,-5-7-245,14-3 287,-22-13 1,0-1 165,21 2 39,-11-7 0,-2-4 67,-2-6 118,11-12-62,-28 3 151,-8-8 12,-10 0 16,-3-7 96,-17-5-179,-7 16-135,-6 5 106,-26 19-95,11 12-61,-10 2 22,3 23-73,27-8-11,-3 8-5,20-4-1,22-5 51,8-4-12,8-6 1,22-23 16,-24-4 40,24-24-1,-36 7 1,-3-3 11,0-5 0,-1-2-430,-1-11 1,-3-3 460,-4 2 0,-1 0 58,-1-3 0,1 2-78,-1 11 0,0 0 185,0-5 0,1 5-112,-1 7 112,2-10-225,-5 36-27,2 12-6,-1 25-33,0 31-520,0-18 0,-1 4 390,0 12 1,-1 2-585,1-14 1,-1 1 0,0 2-2370,1 5 0,-1 2 0,1-1 3105,-1-4 0,0 0 0,1-4 0,-1 5 0,1-6 0,0 10 0</inkml:trace>
  <inkml:trace contextRef="#ctx0" brushRef="#br0" timeOffset="41279">9164 9057 12381,'27'-57'676,"-1"0"0,2-1 0,0 3-573,-2 7 1,2 1-833,-6 10 1,2 0 0,1-1 784,4-5 0,2-1 0,1 0 22,5-3 1,3 0-1,1-1-17,-7 10 1,1 0 0,1 1 0,2-1-5,3-1 0,2 0 1,1 0-1,1 1-1,-6 6 0,0 0 0,2 1 0,0-1 0,1 2-198,2-2 0,1 1 0,0 0 0,2 0 1,2 0 214,1 1 1,3 0 0,2-1-1,0 1 1,-1 1 0,-3 1-197,-4 3 0,-3 1 0,-1 1 1,2 0-1,3 0 157,5-3 1,5-1-1,2 0 1,0 0 0,-2 1-1,-2 2-200,-4 2 0,-1 2 0,-2 1 0,1-1 0,3 0 190,1-1 0,2 0 1,1-1-1,1 0 0,1 0 1,-1 0-43,-7 4 0,0 0 0,1 0 1,-1 0-1,2 0 0,1 0 1,1 1 34,1-1 1,3-1-1,0 1 1,2 0-1,0 0 1,-1 0-1,0 1 1,-1 0-34,3 0 1,0 0 0,-1 1 0,0 0-1,-1 1 1,1-1 0,-1 1 21,-1 0 0,0 0 1,0 0-1,0 1 1,0 0-1,-1 0 1,1 1 5,-1 1 0,0 1 0,0-1 0,0 2 0,-1-1 0,-1 2 0,0-1-2,1 1 0,-2 0 0,0 1 1,-1 0-1,2 0 0,2-1-7,1 1 0,1 0 0,2-1 1,1 1-1,0 0 0,-1 0 1,0 1 25,0 0 1,-1 0-1,1 1 1,-1-1-1,0 1 1,0 1 0,0-1-8,0 1 0,-2 0 0,0 0 0,1 1 0,0 0 0,1 0 0,1 0 11,-2 2 1,3-1 0,1 1 0,0 0 0,0 0-1,-2 1 1,-2-1 0,-2 1-10,0 0 0,-3 0 1,-2 0-1,0 1 0,1 0 1,3 0-1,4 1 0,3 0 0,2 1 0,0 1 0,-1-1 0,-2 2 0,-5 0 11,1 1 1,-4 0 0,-2 1 0,0 1 0,3 1-20,-1-1 1,2 0 0,1 2 0,0-1 0,-1 1 0,0 1-10,-2 0 1,-1 0-1,0 1 1,-1 0-1,0 1 1,0 0-27,8 3 0,0 1 0,-1 0 0,0 1 0,-2 1-6,-1 0 0,-1 1 1,0 0-1,-1 1 0,0 1 31,-3 0 1,1 1-1,-2 0 1,0 1-1,-1 1 42,-1 0 0,0 1 0,-1 0 0,-1 1 0,0 0-25,-1 0 0,0 1 0,-2 1 0,1-1 0,-1 1 5,9 7 0,0-1 1,-1 1-1,1 2 2,-7-4 0,1 1 1,0 1-1,-1 0 0,-2-2-7,3 3 1,-2 0 0,-1-1 0,0 0-9,-4-2 1,0 0 0,-1 0 0,-1 0 15,4 5 1,-3 0 0,1 2-2,4 5 1,-1 3-1,-1-3-29,-10-11 1,-2-1-1,1 1-6,7 7 0,0 3 1,-1-3 198,-7-7 1,-2-1 0,-2-3-187,1 1 1,-1 0 289,5 6 1,3 4 0,-3-3-288,-2-3 0,-2-1 645,6 7 0,0 0-656,0 0 0,-1-2 8,-8-11 0,-2-1 2417,16 19-2425,-17-18 1362,-11-12-1350,-2-1 1378,-3-6-1244,-5-5 418,1-2-463,-6-5-107,-6-5 1,-11-4-29,-22-15 23,-3 0 16,17 9 1,-2-1 2,5 2 1,-1-2 10,-12-8 1,2 0 3,-11-7-18,13 8 1,-2 2-228,8 7 1,2 2 221,-21-10 16,2 4 1,-1 1 0,-7-2-3,18 8 0,2 0 3,-2-3 0,13 5 5,10 3-22,0 0-129,3 5 101,2 11 28,1 2 449,-5 16-382,-2 12-5,4 22-23,10-7-22,9-4 117,32-9-72,-13-21 22,5-2 0,5-2-960,10-6 0,1-1 890,-9-1 0,2 1-5,2-2 0,4-1 1,-2-1-585,16 1 0,-3 0 586,-9-1 0,0-1-303,13 0 1,-2-3 369,2-8-140,-22-1 0,-2-3 84,12-15-22,-9-12-39,-26 11-1148,-9-14-410,-9 22-8234,-7-10 9032,1 21 1,0 3 0,6 5 0</inkml:trace>
  <inkml:trace contextRef="#ctx0" brushRef="#br0" timeOffset="42161">13188 8074 15959,'3'-54'1234,"1"0"1,-1-1-1,-1 7 1,0 0-1,0 7-663,1-19 18,-2 18 481,-1 10-973,0 18-102,0-3 73,4 38-46,2 11-10,3 12-10,-1-2 1,-1 1-9,-3-9 1,-1-1 2,3 7 0,-3 2-5,-4 3 0,-1-3 62,-3-1-23,-2-4 0,-2-2 137,-2-15 5,-6 1-89,5-33-73,3-4 23,-3-27-15,7 11 1,1-2-1,0-6 1,1-2-537,-1-13 0,2-2 525,2 2 1,2 1 2,0-3 0,3 1 6,2 2 0,2 3 2,-2 13 1,3 1-12,10-5 1,4 5-169,13 2 149,-10 13 0,4 5 0,6 18 0,1 8 5,19 17-283,-19-1 0,-2 6 227,-9 2 1,-3 2-474,1 4 0,0 2 221,-1 3 0,0 0-316,-1 3 0,-2-2 100,-4-10 1,-2 1-4299,2 13 0,-3-1 4828,-1 1 0,0 6 0,-11-38 0</inkml:trace>
  <inkml:trace contextRef="#ctx0" brushRef="#br0" timeOffset="42796">13186 8011 21119,'14'-46'145,"1"0"1,4 4 0,5 7-194,8 17 1,5 6-888,4-1 0,2 1 702,3 0 1,2 1-116,0-1 1,-1 2 131,-10 2 1,-1 0-224,4-1 1,0-3-288,-5-1 1,-2-2 417,23-9 369,-20-1 1,-4-3 745,-4-8 686,4-18-194,-17 10 0,-5 5-105,-3 5 597,-1 7-1158,-2 9-117,-2 8-488,1 10 56,2 16-5,5 16-12,5 18-53,-6-20 0,1 3-6,3 11 1,0 2-9,0 2 0,-1 1-317,0-1 1,-1 0 319,-1-6 0,-2-3 2,2 12 18,-4-16 49,-4-18 169,-4-12-196,-6-15-6,-7-12-22,-8-16 11,-5-13 196,12 21 1,1-1-200,-2-4 1,0-2-305,1-2 0,1 0 282,1-3 0,2 0-1,4 0 1,1 0-3,4 1 0,3 2 3,4 3 0,5 3-200,17-24 203,15 16-12,7 15 0,5 12-16,0 7-12,-2 13 0,-5 8-27,-9 14 227,-12 9-177,-14 6 11,-22 3 5,-18-1-16,6-24 0,-3-1-40,-3-1 1,-2-2-113,-1-1 1,-1-2-183,3-2 1,0-2-3884,-19 2-1071,22-6 4616,12-9 1,16 2 0,0-3 0</inkml:trace>
  <inkml:trace contextRef="#ctx0" brushRef="#br0" timeOffset="43379">14735 7251 16566,'-4'0'6010,"1"0"-4246,3 0-1741,24-45-46,15 28-33,-8-9 0,5 1-325,14 16 1,2 7-96,-14-1 0,-1 0-608,7 2 0,-3 1-1795,-6 4-387,-21 4-3791,-38 5 5674,1-2 1619,-30 2 1696,20-6 1371,-3 1 695,11-4-641,10 0-233,2-3-2462,6 2 79,-4 1-606,5 4-122,-1 8 17,3 22-79,6-9-54,7 27-108,4-11 6,-4-13 0,0 2-363,-1 2 1,-1 3-221,-1 13 1,-2 1-557,-6-8 0,-1-1 1293,0 0 1,-4-4 61,-8-7 1,-4-5 212,-23 7 330,8-17 0,0-2 23,-13 0 1109,-6-14-1226,40-8 623,1-13-445,22-5-162,13-11-150,22-5-231,-16 20 0,3 1 445,13-3 0,1 2-512,-15 6 0,1 1-9,13-3 1,1 1 16,-6 3 1,-2 1-40,-6 3 0,2-1-132,22-4 1,-2 2-196,-9 3-634,-8 2 1,-4 1 963,-15 3 0,-2 1 0,-14 1 0</inkml:trace>
  <inkml:trace contextRef="#ctx0" brushRef="#br0" timeOffset="54032">4092 12885 15754,'-4'-47'1232,"1"0"0,0 0 0,-1-11 1,2 7-141,13-10-649,0 31-314,0-2 207,-3 23 117,-5 23-38,-1 23-281,-4-3 0,-3 6-940,-3 13 1,-1 6 872,-1-13 0,0 3 1,-1 0-390,0 5 1,-1 1 0,1 0 351,1 0 0,1 0 0,1-1-15,3-3 0,1-1 0,4-2-327,5 14 0,8-3 320,8-11 0,8-6-11,9-10 1,6-7-60,10-7 1,4-7-695,-15-9 0,2-4 0,1-3 756,8-4 0,1-4 0,-5 1 0,-4 1 0,-4-1 0,-2-4 0,0 1 0</inkml:trace>
  <inkml:trace contextRef="#ctx0" brushRef="#br0" timeOffset="58648">5481 11742 8289,'-63'1'1033,"0"0"0,0 0 0,12 0 0,3-1 0,4 0 300,-2-2 0,5-1 454,-6-5-290,-5-4-736,22 3-142,11 1-490,13 6-159,4 0 120,17 1 179,19-4-594,12 0 462,4-2 0,6-1-653,-12 1 0,2 0 1,3-1 544,0-1 0,3 1 1,3-1-1,4-1-448,-7 2 1,4-1 0,3 0 0,0 0-1,-2 0 1,-3 0 426,10-1 1,-5 1-1,1 0 1,8-1 0,-15 3 1,7-1 0,2 0 0,3 0 0,0 0-1,-3 0 1,-4 1 0,-5 1-446,7-1 0,-7 1 1,-1 0-1,10 0 441,-10 1 1,6-1 0,5 0-1,3 0 1,2 0 0,-2 0-1,-2 1 1,-5-1 0,-6 2-265,15-2 0,-10 1 0,1 0 0,7 0 263,-13 0 1,5 1 0,3-1 0,3 0 0,0 0 0,-1-1 0,-1 1 0,-3 0-71,7-1 0,-1 0 0,-1 0 0,-2 1 0,-1-1 0,0 0 68,2 0 0,-2 1 1,-1-1-1,2 0 0,2 0 3,-5 0 1,3-1 0,3 0-1,-1 0 1,-1 0 0,-5 1-1,-5 0 3,-1 0 1,-5 1-1,-3-1 1,3 1 103,7-2 1,3 0 0,-2 0-1,-3 1-107,-2 0 1,-3 0 0,-5 1 616,-2 1 0,-3 0-622,6 0 0,-4 0-17,3 1 1831,-17 3-2167,-23 0-1340,-13 4 1693,-3 0 0,1 1 0,4-2 0</inkml:trace>
  <inkml:trace contextRef="#ctx0" brushRef="#br0" timeOffset="134152">8529 8193 17363,'-13'-46'1511,"1"1"1,-1-1 0,-3-15 0,2 7-909,5 5-503,5 18-158,1 16 9,3 11-3,10 24 36,4 7-100,4 10 106,-5-6 0,0 0-40,-1 4 58,-1-3 1,-1 2 41,-1 20-38,-2-11 66,-4 16 96,-9-38-62,0 4 196,-13-24-135,1-17-78,-8-21-70,15 9 1,1-4-336,1-10 0,3-1 327,1 6 0,1-1 8,1-14 0,2-2-6,6 3 1,0 1-15,-2 8 1,1 1 5,8-12 1,4 4-29,7 11-5,18-11 16,2 30-11,8 9 23,4 16-12,1 12-250,-7 16 256,-15-2 3,-21-1 1,-7 2 87,-9 4 2,-14 8 1,-9 0 27,2-17 1,-4-2-191,-11 12 1,-2-3 211,10-11 1,2-4 132,-11 6 618,15-11-660,18-11-66,5 0-129,12-3 97,11 1-263,15 0-1,-1-1 81,0-1 0,3-1-45,23-4 38,-14 0 1,1-1 1,-6-2 0,-1-1-6,0-2 1,-1-2-104,-2-1 0,-1-3 8,-4 1 0,-2-2-143,18-19 153,-16 2 21,-18 6-7,-13 6-35,-12 6-25,-3 7 704,-2 3-363,-9 5 122,10 1-93,-5 1 22,15 2 77,2 3-86,6-1-168,4 1 8,11-3-79,9-4-67,9-8 20,6-8 9,-2-8-29,-9-3 84,-12 0 134,-14 4-64,-16 3-52,-9 6-16,-11 4 12,-3 7-3,1 5-16,4 7 12,6 8 22,8 8 19,7 8 5,7 6-31,7 2-19,7-1-31,12-3-21,10-8-34,12-9-30,12-10-174,-26-10 1,2-4 255,2-4 1,1-3 50,0-4 1,0-4 30,-2-3 1,-3-1 3,-4-1 1,-3-1 22,-6 1 0,-4 0 13,3-20-15,-12 8 14,-15 11-63,-8 9-48,-3 9-4,-19 12 501,8 11-499,-12 11-36,13 8 23,9 6 17,9 0 60,11-3 10,9-4-18,9-8 6,6-10 17,2-10-11,-6-8 33,5-26-16,-12-3-44,3-20 13,-11 5 8,-4 4 40,-4 8 5,-2 11-73,0 11-45,1 9 34,0 14 56,-2 24-22,-6 27-9,5-24 0,-1 0-201,0 5 1,-1 0 197,3-7 1,2-1-7,0 26 1,11-12 11,7-17 6,10-15-6,10-22-70,-5-7 0,1-5-124,1-3 1,-1-1 17,2-1 0,0-2-289,0-1 0,-2-1-182,-8 4 0,-2 0 369,3-6 1,-1-2 198,-6 2 1,-3 0 84,6-25 39,-11 5 459,-4 8-280,-1 7 141,0 7 413,-1 8-565,-1 10 0,-1 5 245,-2 9-414,-3 8 7,-4 12-6,-2 16-17,1 10-23,7-17 1,2 0 5,3 11 17,12 10 11,5-30 84,7-1 96,1-13 89,4-23-247,-10 0 40,6-27-6,-14 4-3341,0-25 3291,-6 19 16,-5-16-5,-6 27-50,0-6-28,-2 8-113,7 7-279,7 6-493,13 6 2915,14 5-3699,12 3-371,9 1-195,1 1 1310,-25 0 1,-1 0 907,15 0 1075,-6 0 1568,-25-3-66,-14-3-1771,-4 1 466,-9-3-477,0 6-303,-4 1-150,-2 6-169,2 3-67,5 4-44,3-2 167,19 5-128,-3-11 206,38-2-217,-26-7 72,22-10 11,-28 0 34,-2-20-84,-8 3-56,-6-1 23,-7 10-12,-3 15 6,-5 1-40,4 7 24,-10 14-18,7 13-16,-1 9-1,7 8-11,10-8 12,11 0-2,9-6 25,12-8 15,10-8 40,15-14-45,-17-6 45,11-19-17,-24-4 39,0-12 23,-10-17-73,-10 16 13,-8 6 1,-3 1 143,-5-12 61,-3-5-117,2 21-118,4 18-51,4 10 6,0 9 29,0 0-7,5 14 6,8 12-11,0-4 0,12 15-11,-1-14 6,7 6-63,-1-3-251,-8-2-1854,-17 6-2448,-21-4 4621,-26 5 0,23-22 0,-2-5 0</inkml:trace>
  <inkml:trace contextRef="#ctx0" brushRef="#br0" timeOffset="134556">11385 7126 24183,'37'-11'382,"0"-1"1,0-1 0,-5-5 10,2-35-320,-11 15-40,-9 9 1,-4-3 50,-7-1 0,-4 2-39,-1-13-12,-4-11 1,-4-1-861,-2 5 883,-2 4 0,-3 0 75,0 18 1,-2 3 88,-4-1 1,-1 3-137,-24-9-56,14 27-6,15 18-10,13 16-7,6 15 6,7-3-11,8 0 0,3 1-230,9 6 224,1-2 1,5 1-9,-9-15 0,3-1-1083,2 3 0,4 2 0,-3-3 982,-2-3 0,-1-1-95,9 8 0,-3-5-1375,-2-6-6884,2-8 7949,-5-4 1,-8-9 0,-14-4 0</inkml:trace>
  <inkml:trace contextRef="#ctx0" brushRef="#br0" timeOffset="134750">11461 6846 24525,'34'-31'122,"0"0"0,-1 0 0,14-13 0,-3 10-99,9 14-35,-15 8-1060,4 8-8759,-26 13 8213,3-1 0,-18 2 0,-1-6 0</inkml:trace>
  <inkml:trace contextRef="#ctx0" brushRef="#br0" timeOffset="137757">20762 12395 14576,'9'-45'1176,"0"0"0,-1-1 1,3-15-1,-2 5-202,-4 21 1,-3 4-225,-3-10-553,-3 11-17,-5 22-141,0 19 11,-9 19-33,6-3 0,-1 5-872,-3 8 0,-2 4 860,-1 10 1,-2 2-3,6-14 1,0 1 0,-2 3-638,-1 1 1,-2 3-1,0 0 1,1-4 633,0 1 0,1-2 0,-3 2 2,-2 3 1,-3 5 0,-2-1 0,1-5-417,-1-1 0,-1-5 0,-3 3 412,3-6 1,-3 4 0,-2-1 0,1 0 0,1-3 3,-6 8 0,1-3 0,-4 2 2,7-10 0,-2 1 1,-2 2-1,-1-2 1,0-1-3,-9 4 1,-2 0 0,1-3 0,1 0-305,7-5 0,1 0 1,-1-1-1,-3 1 302,-4 2 0,-3 2 0,-2 0 0,-1 0 0,1-2-164,2-3 1,0 0 0,0-2 0,0 0 0,2 0 164,-4 2 0,1-1 1,0 0-1,-4 2 1,7-4 0,-4 1 0,-2 1 0,1 0 0,0-2 0,4-2 0,-7 3 1,4-3 0,-1-1 0,-5 3 1,11-7 1,-4 2 0,-2 1 0,-2 0 0,2-1 0,0 0-1,4-2-2,-3 2 0,3-3 1,0 1-1,0-1 1,-4 1-59,3-2 1,-3 1 0,-2 1 0,-1 0 0,1-1 0,1-1 0,4-2 59,-6 2 1,4-3-1,1 0 1,-2 0-1,-2 0-47,0 1 1,-2 0-1,-2 0 1,-1 1-1,1-1 1,-1-1 41,1 1 0,0-2 0,0 1 0,0-1 0,-2 1 0,-2-1 5,10-2 0,-4-1 0,0 1 1,-1 0-1,1-1 0,0 0 1,2 0-1,3-1-1,-12 2 0,5 0 1,0-1-1,0 0 1,-5 0-1,7-2 0,-3 1 0,-2 0 0,0 0 1,-1-1-1,2 0 0,1-2-9,-2 0 0,2 0 1,-1-2-1,2 0 1,1 0-1,1 0 8,-3 1 0,2-1 1,1 1-1,-2-1 1,-2 0-2,6-1 1,-2 0-1,-2 0 1,-1-1 0,1 0-1,1 0 1,2-1-2,0-1 1,0-1 0,2 0 0,0-1 0,2 1 0,0-1 0,-3 1 0,3 0 0,0 0 1,-1 0-1,-5-2-1,1 0 0,-5-1 0,-2-1 0,-1-1 0,1 1 0,3-2 0,6 1 2,-12-2 1,7 0 0,0-1 0,-1 0 15,3 0 1,-1 0-1,-1 0 1,0-1 0,1 0-21,4 0 1,0-1 0,1-1 0,1 1 0,1-1 5,-3-1 0,3 0 0,0 0 1,-3-2-8,4 2 1,-2-2 0,-1 0 0,-1 0 0,0-2 2,5 1 0,-1-2 0,-1 0 0,1-1 0,1 1 0,4 1-2,-6-2 1,4 1-1,0-1 1,-2-1-3,1-1 1,-3-2 0,0-1-1,1 1 1,5 1 179,-4-4 0,3 1 0,-1-3-172,-2-1 0,-2-3 0,0 0 1,3-1-9,-6-4 0,3 0 1,2 0 8,4 2 1,1 0-1,3-3-3,0-7 0,2-3 0,5 5-2,8 6 0,1-2 2,-4-7 0,-3-5 0,2 1 9,7 6 0,1 1 0,0 1-11,-5-10 0,-3 0 0,-1 1 0,-3-2 0,4 7 5,10 16 1,0 1-4,-9-8 0,-4-4 0,2 1 456,-8-5 1,3 1-451,-1-3 1,2 0-12,3 6 1,5 2 7,12 7 1,2 2 1410,-11-24-1405,5 10 17,-7-13-11,18 36 2464,-8-12-2470,12 22 1427,-1-1-1511,4 8 1032,2 11-959,2 7 299,1 7-305,3 15 6,0 23 11,-1-9-5,-6-1 0,-4 1-405,-4-4 410,-8 6 1,-3-2-1,-2-9 8,-2-1 1,0-3 14,5-12 117,-10 10 67,18-30-5,-2-14-140,5-12-40,0-9 23,2-30-34,5 22 1,3-3-1,4-18 1,2-4-481,2 3 1,2 1 482,4-4 0,4 1 3,1 11 0,-1 3-23,-3 10 1,1 1 36,5-1 0,3 2-284,1 6 0,0 2 281,18-16-74,-14 18 0,1 2 80,7 2 11,22-2-56,-20 10 17,19 5 0,-34 5 27,5 0 57,-20 1 1604,-6 0-1615,-6 0 712,-17 1-802,1 0 173,-29 7-173,-9 9-3,26-5 0,1 1 3,0-1 0,1 4-6,-6 12 1,2 4-541,7-4 1,-1 3 553,-11 15 1,-2 2-9,6-3 0,2 0 5,0-1 1,2-1-3,7-10 0,2-2-140,-3 5 1,3-4 136,4-4 16,-5 8 147,18-29 50,0-1-157,3-10 1092,1-14-1142,3 4-12,12-39 12,5 3-321,-3 9 1,3-3 322,4-3 1,2 0-1,-3 7 0,3-1 1,0 6 1,4-2-1,2 1-553,7 0 1,3 1-1,1 0 553,-1 1 1,0 0-1,1 1 2,6-1 0,1 1 1,-4 5-12,-5 4 0,-4 6-28,1 4 1,-6 10-96,-7 24-1479,-5 30-3314,-23-9 1,-7 1 4049,3-8 1,-1-1 0,-9 19 0,11-37 0</inkml:trace>
  <inkml:trace contextRef="#ctx0" brushRef="#br0" timeOffset="142623">13490 14975 24284,'11'-40'151,"9"28"-111,5 60-24,-11-11 1,-2 4-1040,-3 5 0,-4 3 1040,-4 3 0,-4 1 5,-3-3 0,-3 0 92,-2-7 1,-3-3 70,-11 16 565,3-28-538,5-33-76,5-26-19,1-29-53,6 21 1,1-3 91,-1-5 1,0-2-115,0-4 0,-1 0-14,1-4 0,0 0-6,0 2 1,1 0-7,2 3 1,1 3-9,1 13 1,3 1-43,6-5 0,3 3 29,14-3-106,-5 15 0,4 3 94,28 4 34,9 14-20,-29 9 0,1 4-14,-2 4 1,-1 4 7,-4 5 1,-4 4 11,-4 4 0,-7 2 2,-8 12 1,-6 0-17,-8 19-184,-7-19 1,-6-2 208,3-16 0,-2-2-6,-6 4 1,-1-1 16,2-6 0,0-2 814,-16 6-834,16-11 478,12-8-477,12-4 203,1-2-214,14 1 483,9-1-483,21 1 5,12-4-17,-23 2 0,2-1-45,2-2 1,3 0-216,13-2 0,0-1-354,-16 2 1,0-1 221,18-3 1,-2-1 32,-19 2 1,-2-1 79,6-1 0,0 0 234,19-10 219,-21 6 17,-18 5 16,-17 4 56,-10 2 85,-9 1 922,-6 1-984,0 2 33,4 0-246,7 1-73,8-1 17,9 0 45,9 0 5,14-2 1,15-6 10,11-9 18,3-11 45,-7-8-12,-11-5 0,-16 0 33,-10 3-22,-16 5-11,-7 9-22,-9 7-34,-3 9-34,-1 11-22,1 8 6,0 20-12,9-7 6,2 31 6,12-28-3,2 5 0,2 1-3,5-6 0,10 24 11,16-20-11,-5-7-6,23-3 6,-10-21 14,-9-9 0,-1-3-14,13-6 17,-15-3 0,-3-5 100,7-30-486,-8 10 422,-13 8 0,-4 0 93,-5-17 5,-3 14 0,0-1-33,-1-12 95,-1-9-17,1 38-101,0 2-62,1 11 404,0 9-414,9 17-23,6 8 0,5 9-6,15 16-16,-1 2-366,-12-19 1,1 2 342,-1 1 0,0 0-109,-2 0 0,-2 0-439,-4 0 0,-3-1-631,-3-1 0,-4 0-8607,-14 23 8328,-1-20 1,-4-14-1,10-16 1</inkml:trace>
  <inkml:trace contextRef="#ctx0" brushRef="#br0" timeOffset="143175">15158 14683 25763,'20'47'59,"0"-1"1,-1-2 0,1 0-47,-1-4 0,2 1 1,-2-3-938,1 0 0,-1 0 910,9 17 0,-1-1 14,-13-22 0,-2-1 280,1 3 0,-2 0-258,1 15 429,-15-23-401,0-18-11,-7-24-11,2-18-1205,2-1 1,0-2 1193,-2-20-8,2 17 1,0-5-1,1 4-326,1 8 1,0-1 321,-3-20 1,-2-8 0,1 7 2,3 13 1,-1 2 24,-1-10 1,-1-5-1,1 5 12,-1 5 0,2 2 25,-2-13 0,1 2-45,2 21 0,2 3 71,8-33-96,3 47 0,18-3 0,8 17-45,17 12 36,-20 1 1,-1 4 783,10 14 0,-3 4-781,-11-11 0,-2 3-5,6 22 0,-8 1 522,-13-7-489,-10-5 1,-9 1-15,-14-12 1,-6-3-9,-3 0 0,-2-2 5,0-1 1,-2-4-12,0-6 1,2-5-34,-13-4-3511,-4-17 2816,25 2-2005,22-18-5343,34 7 8082,9-3 0,-6 11 0,-10 8 0</inkml:trace>
  <inkml:trace contextRef="#ctx0" brushRef="#br0" timeOffset="144174">16326 14331 15482,'-52'-10'422,"0"1"0,12-1 0,2 6 899,6 18 1,4 5-1260,2 2-26,2 2 1,2 3 1430,3 10-1406,6 18-33,13-18 34,21 5 78,30-23-39,7-5-51,4-10 34,-27-13 0,-3-4 856,0-4-865,-2-9 1,-3-3-43,-8 0 34,-5-8 1,-3-1 3290,-8 2-3297,-7-2 1,-5 1-23,-3 8 14,-8 2 0,-2 4-30,1 9 232,-26-3-244,28 20-22,-12 9-12,17 10-5,1 11-39,9 7-577,23 15 106,-3-15-862,15-9 0,5-4-35,4-4-852,5-7 1,4-2-490,-12-8 1,0-4 176,16-6 0,0-4 3212,-13 0 1,-3-3 391,-3-2 1,-6-4 4510,-1-21-1040,-19 6-1877,-7-11-532,-7-6-1250,-1 12-32,0-3-483,5 22 139,1 7-447,5 16 12,0 4 5,13 27-11,-7-10 8,0 7 1,0 1-4,-5-1 9,-2 1 0,-1 1-19,-4-4 167,-2 7 140,2-31-274,0-10 23,10-34-23,2 3-6,9-21-11,-4 19 6,15-16-17,-15 32 0,16-13-17,-14 28 23,5 3 0,-3 6-6,7 9-6,-1 7 0,15 16 1,-12-9 22,14 16-17,-25-26-12,13 11 7,-14-18 16,12-6 0,-2-14 6,1-5 11,2-17 45,-3-17-12,-3-6-165,-12 19 1,-3 0 165,-2-12 89,-4 16 0,-2 1 101,-4-6-145,0-6 117,-7 15 33,2 12-162,1 2-78,1 7-56,6 8 308,0 3-275,11 17 6,0-3 3,12 10 0,5 2-1,-2-6 1,1 0-209,14 12 1,1 1 194,-6-4 0,-1-2 0,-9-7 0,-2 1-34,-3 6 0,-7 1-101,-17 5-318,-18 10-763,-25-21-1618,-10-11-947,12-12 3792,4-8 0,28 0 0,0 0 0</inkml:trace>
  <inkml:trace contextRef="#ctx0" brushRef="#br0" timeOffset="144524">17802 13899 25954,'33'40'683,"9"-4"-515,-17-31-39,11-2-17,-4-12 11,-4-7-22,-2-11-1,-8-8 12,-6-8 23,-7-2 55,-5 1-11,-8 9-111,-1 13-12,-5 8-3252,-41 30 3207,30-4-11,-6 8 0,3 6 17,14 16-17,4 15-242,14 5 160,5-29 1,4 0-546,5 3 0,6-1 627,11 6 0,0-3 0,5 6 0,3-5 0</inkml:trace>
  <inkml:trace contextRef="#ctx0" brushRef="#br0" timeOffset="162932">6918 16506 21080,'0'-3'941,"0"0"-128,0 3-684,-30 75-62,15-20-307,3-18 0,-3 6 0,2-2 271,1 10 0,2-3 78,-1-8 1,1-2-79,-2 3 0,0-5 70,-4 2 369,-2-15-336,9-21 146,-5-16 601,6-20-645,0-22-161,5 19 1,1-2-388,0-6 1,1-2 361,1-5 1,3-2-14,2 9 1,2-2-1,0 3-479,1-2 0,2 0 473,8-13 0,3 5-3,-5 25 1,2 4-31,4-4 1,2 3 23,24-9-25,-17 26 1,0 4-9,11 4 5,17 24 0,-30 19-6,-14-10 1,-5 3-200,-6 6 1,-8 3 210,-15 15 0,-7-2-15,8-16 0,-4-1 18,-8 2 1,-6 2 0,5-7 1,9-12 1,1-2 25,-22 20 0,2-3 31,13-16 128,-12 4 853,28-26-880,4-11-120,9 1-21,14-11 447,25 3-469,5 5 0,5 1-9,-16 13 1,-1 4-20,3 1 11,0 3 0,2 2-89,18 7-246,-10-7 0,0 0 296,-14-4 0,1-1-57,12 0 1,-1-2-148,6-3 69,4-9 152,-17-6 84,-14-9 17,-11-5 134,-8-3 1091,-4 10-1135,-9 0 37,-4 14-77,-10 5-89,8 3-12,-4 7 0,15 2-11,3-1-6,12 1 6,9-9 0,14-4 34,20-16-12,-3-4-16,-1-7 22,-11-5 45,-19-2-56,-3 5 78,-19-12-67,-7 26 39,-29-10-39,14 19 73,-34 3-51,24 14-27,-7 3-1,6 25-28,18-4 23,-2 19-34,14-17-33,14 9-56,18-2-113,14 1 68,4-6-65,-13-22 0,2-3-233,-2-5 0,2-3 208,11 0 1,2-3 80,0-6 1,2-6 111,5-8 0,-1-6-312,-11 2 1,-4-3 387,-3 1 0,-3-3 101,3-20 61,-20 10 158,-6-13-231,-9 19 174,-14-2-223,2 26 417,-18 2-406,0 20-40,3 4 1,-1 4-46,4 1 1,0 2-1,-4 8 1,4 1-18,7-5 1,4-1 834,-3 16-830,12 2-15,25-10 5,11-13-17,16-17 45,-7-21 33,4-25-2,-21 11 0,-1-2-252,-1-1 0,-1 0 249,1-6 0,-3 1 61,-1-15-120,-10 13 64,-5 15 57,-9 12-45,-6 14 11,-20 24-28,-3 14-239,11-7 0,1 1 214,7-8 0,0 2 2,-6 21 1,2-1-12,1 7-247,6-15 1,1 7 0,2-5 221,4-3 0,3-1-14,0 14 0,3-2 65,8 5-486,28-14 46,-2-30 17,21-13 201,-15-14-5,-3-13 0,-2-4 319,3-8-107,-2-1 1,0-5 22,-14 14 0,-1-3 65,0-2 0,2-5 1,-2 4-50,-2 3 1,-1 1 78,6-15 1,-2 5 5,-9 18 1340,2-7-1122,-9 20-313,-2 3 16,-13 25-28,-6 12-44,-10 23 28,6-7-4,9-8 1,2-1-8,2 10 21,10 15-21,5-29 283,26-7-278,-4-19 28,20-10 39,-4-20-45,-7-2-129,-13 2 1,-1-3 285,3-13-87,-11 11 1,-2-1 80,-2-18-16,-9 5-22,-3 6-35,-3 9-128,-1 14-11,0 6-224,0 18 438,2 0-1223,6 25-677,4-4-1848,11 17-511,-1-13 4084,5 1 0,-15-20 0,1-1 0</inkml:trace>
  <inkml:trace contextRef="#ctx0" brushRef="#br0" timeOffset="163501">9268 16996 25763,'-47'-35'230,"19"4"-225,42 23-10,5-1 38,17-13-5,-9 0 0,12-12 17,-14 1-22,-9-1 38,-7 4 18,-7 6-29,-7 9 23,-8 9-45,-1 7 67,-13 14 6,3 7-3392,-13 26 3313,12-13-1154,9-2 1,3 1 1142,6-4-16,-1 24-12,11-29-67,17 18 106,9-20-10,22 5 16,7-19-69,-25-10 1,0-3 52,19-6-12,-15-7 0,-2-5 44,8-16-24,-17 15 0,-2-3 55,-5-7 1,-4-1 114,-2-11 2298,2-15-2202,-15 24 3286,-5 10-3354,-2 9-55,1 7-130,2 5 202,3 4-230,0 13-21,3 9 10,1 18 29,4 6-46,4 7 1,5 3-247,0 3 199,-9-27 0,-3 0-188,-8 32-268,-16-5-511,-5-34 1,-3-3-336,-13 2-5724,-21-16 6265,31-16 1,11 6 0,14 0-1</inkml:trace>
  <inkml:trace contextRef="#ctx0" brushRef="#br0" timeOffset="163866">10268 17025 15720,'7'4'6901,"-2"-1"-5277,-5-3 1031,0 0-2392,50 7-89,-28-22-132,10 6 0,0-5 14,-7-43-571,-11 19 1,-1-3 530,-1-7 1,0-3-9,-2-5 1,-2-4 13,-4 12 1,-1-1-1,0 4 3,0-3 1,-1 2 18,-3-8 1,-2 5 95,-6 13-16,-5 4-52,-1 17-16,-3 38-39,5 21-17,-1 16-3,9 1 1,3 3-158,0-13 1,3 2 52,0-8 1,1 6-1,1-1 1,0-4-129,1 13 0,1-1-739,1-11 1,2 6 0,1-1 0,-2-8-416,1-4 0,0-1 1389,3 6 0,2 3 0,-2-9 0,-1-7 0,5 2 0</inkml:trace>
  <inkml:trace contextRef="#ctx0" brushRef="#br0" timeOffset="164026">10272 16887 26172,'27'-43'-387,"0"0"1,12 1-1,5 11-1453,1 22 0,4 8 896,4-5 1,-1 1 0,-15 1-1,-4 2 1,6-2 0</inkml:trace>
  <inkml:trace contextRef="#ctx0" brushRef="#br0" timeOffset="165550">12965 17048 20252,'5'-45'1139,"-1"0"1,1 0 0,0-5 0,-1 6-373,-2-10-660,-2 42-12,0-1-17,2 30-78,0-2 6,3 31-34,-3 4 28,-1-17 0,-3 3-402,-6 8 1,-1-1 401,-6 15 28,-6-18 0,-1-5 0,0-13 95,-25 4-72,29-29 21,-12-18 29,18-18-31,6-1 0,4-5-567,5-2 0,4-1 511,-2 0 0,5-3 17,7 5 1,5-2 0,-1 6-21,-3 6 0,2 1 2,4-5 0,3-3 0,2 4-2,6-1 1,1 5 6,-7 5 0,1 2-7,9-3 0,-1 7-152,8 10 136,9 7-12,-6 24 0,-10 21 17,-25-8 0,-5 3-3,-6 6 1,-7 4-376,-7-4 1,-5 2 0,-2-2 352,-9 15 0,-5-2 23,6-11 0,-4 1 0,3-5-1,-2-1 1,1-4 2,-1 0 0,0-4 915,-10-1-870,8-5 677,10-21-705,24-17 5,14-9-16,4 0 8,15 6 0,4 2-37,0 3-7,4 3 0,4 2 5,-14 10 0,-1 2 2,3 0 1,0 1 19,-2 1 1,0 1-21,8 0 1,-2 0-1,4-2 29,-5-2 0,1-3-1,13-16-5,-11 2 681,-17-5 0,-4-3-664,-5-8 5,2-7-5,-12 4 45,-7 13-29,-6 5 213,-3 7-196,-19 24-44,3 7-29,-5 7 12,5 8-11,14-1 22,2-6 5,16 9 12,12-24-11,6 1 5,21-16 6,-13-8 0,0-4-247,1 0 1,0-3 254,5-6 0,-3-2 25,7-21-8,-19-1 31,-15 5-34,-18 7 0,-2 12 51,-33 5-17,7 13-12,-19 9 453,21 3-475,0 26-12,23-14-89,-3 39 57,17-20-6,9 18 33,14-14 0,17-6-291,-13-23 1,2-2 276,6-2 1,3-4-21,3-2 1,1-3-3,2-6 0,-1-2 11,-9 2 1,-1-4 7,11-11 1,-4-4 61,2-15-34,-15 9 1,-3-1-6,-7-10 151,-9-15-44,-13 21 33,-3-11-6,-5 20-28,3 8 404,3 8-555,3 5 34,4 11-28,7 9 17,7 15 10,9 12-44,7 9-105,-16-24 0,0 0 71,6 31-5,-11-12-211,-21-11 1,-8-1-311,-2-11 1,-3-2-1422,-12 8 0,-3-3 2009,8-12 0,1-4 0,-9 2 0,20-10 0</inkml:trace>
  <inkml:trace contextRef="#ctx0" brushRef="#br0" timeOffset="166708">14887 17115 19994,'-1'-47'1111,"0"0"1,0 0 0,0-10 0,-1 5-580,-2 14 1,-1 3 1070,-5-19-1413,3 19-96,-1 9-83,6 44 12,0 23-40,1-8 0,-1 5-561,-1 9 0,-1 4 592,-1 9 0,-2 2-28,1-16 1,-1 0 0,-1 1-19,-1 3 1,0 0-1,-1-1-569,-2 10 0,0-1 548,3-10 1,-1 2 0,3-6 32,2-9 1,1-3-1,-2 8 0,3-7-13,4-20 16,1-36-5,0-8 61,-1-13 0,-1-6-111,0 7 0,0-3 75,-1 0 1,0-3 0,0-2-8,0-11 0,0-1 1,0 3 3,1 15 0,0 3 0,1-3 11,1-17 0,1-4 0,3 5-14,3 4 1,4 0 20,1 13 0,2-3 0,2 0 0,0 3-22,1 2 1,0 3-1,4 0 7,11-9 1,6-1 0,-3 9-12,-6 14 0,1 6-26,13 0 0,1 9 1205,7 20-1210,-19 15 0,-3 6 11,5 20-1360,-19 3 0,-7 3 1366,-7 7 20,-9-23 0,-3 6 0,-3-4-403,-6-2 1,-5-1 393,1-3 0,-2 2 0,-2-4 322,-11 0 0,-2-5-356,-4-2 0,1-4-78,-10 2-516,2-11-544,40-25-553,13-11-880,25-13 591,-3 14 0,5 1 724,8-2 0,3 1-69,5 0 1,3 0 1091,3 2 1,1-1 546,1 2 1,1-1 603,-1 1 1,-1 0 105,-1-1 0,-3 1-192,-12 4 0,-1-1 1277,3-4 0,-3 0 64,-4-3-739,2-6-605,-32 13 655,-24 7-1187,1 5 2524,-26 11-2512,4 9-101,-8 12-74,5 8 110,14 5-193,14 2 33,17-1-22,16-3-17,17-7 5,15-9 1,-14-17 0,0-3 16,14-3 40,11-18 22,-31-7 39,0-12 22,-13-8-16,-14-2-17,-11-1 45,-13 2-112,3 17 50,-23 6-73,12 30-5,-3-1-39,10 20-124,19-2-593,14 19 150,4-13-1639,25 15-4214,4-17 6442,9 1 0,-16-12 0,-13-10 0</inkml:trace>
  <inkml:trace contextRef="#ctx0" brushRef="#br0" timeOffset="167317">16233 16632 23188,'20'-47'842,"0"1"0,0 0 0,-5 13-735,-11 26 184,0 4-280,-3 8 76,-1 15-76,0 11-5,-10 31-6,2-15 0,-2-11 0,-1 1 5,-2 10-3298,-2 13 3298,7-25 94,4-8-37,7-24-17,8-11-17,7-10 44,18-21-32,-11 9 13,-2 4 0,-1 0-8,-4 6 61,16-16 1,-15 20 3352,3 1-3431,-5 7-28,4 16 11,-1 8 17,5 14-28,-8-3 11,5 21 6,-12-24 11,3 18-17,-5-20 17,0-7-5,1-4 16,12-16-34,-3-2 26,18-13 0,3-3-371,1-4 390,11-11 0,-2-1 6,-16 5 17,-6 4 0,-3-3 252,-8-11-213,-3 8 78,-13-6 73,-9 17-211,0 6-52,-1 1 0,8 14 0,0 3 363,1 5-363,4 20 0,2 10 0,4 21 0,4 5 0,-1-11 0,0-10 0,0 1-301,4 15 216,-5-17 1,-1-2-145,-1 6-555,-5-8-2347,-11-19 3131,0-10 0,-1-2 0,3-9 0</inkml:trace>
  <inkml:trace contextRef="#ctx0" brushRef="#br0" timeOffset="167875">17350 16616 14078,'5'-1'7988,"-2"-1"-3988,-3 2-3457,26-15-202,-19 11 29,18-11-167,-26 16-80,-2 0 727,2-1-833,1 3-23,0-1 12,2 15 11,1 0-68,4 13 74,1-3 21,5-4-27,1-6 39,3-8-39,-2-6 18,14-16-35,-5-2 0,8-14 0,-9-1 0,-10-3 0,-6 1 0,-7 8 0,-12-1 0,-4 13 0,-4 0 0,-14 11 0,7 12 0,-14 11 0,13 1 0,-6 29 0,16-8 0,7-11 0,2 1 0,7 12-351,16-9 1,7-2-625,10 2 844,5-10 1,9 2-1,-7-6 1,0-1 0,1-4-1,1-1 1</inkml:trace>
  <inkml:trace contextRef="#ctx0" brushRef="#br0" timeOffset="168708">19210 16556 18487,'10'-45'1379,"0"0"0,0 0 1,2-14-1,-2 4-1105,-3 21 1,-3 3 862,-11-26-767,-7 32-185,-13 1-124,4 23 74,-25 36-107,8 13-406,10-8 1,1 4 382,9-12 1,2 3-12,-6 22 1,5 2-7,9-17 1,2 1-14,-3 19 0,4-1-1,4-22 1,9-2-267,16 4 0,11 1 0,8-14 181,15-24 1,9-18 0,-2 6 126,-8 16 1,0 4 0,-1-10-255,-5-16 1,3-9 0,-4-4 0,-10 1 324,-8-6 0,-7-1 14,-4 3 0,-3-1 168,5-24-6,-12 15 536,-4 14-530,-6 11-168,0 10-73,-1 7 1132,-2 10-1155,0 13 29,1 12-40,0 9-10,5-8-7,14 16-5,7-23-5,19 9 33,7-24 22,6-15-5,0-16-175,-6-13 231,-11-9 0,-10-3 72,-11-2 62,-7 5 34,-6 9-129,-3 11 62,-3 10-118,-6 17-6,-10 15-27,-14 22-9,12-16 0,-1 2-40,-5 13 1,2 4-105,3 4 0,3 4-122,7-9 0,1 1 0,2-2-429,2 7 0,3-2-854,7 12 1,4-5-2656,6-7 3580,0-18 0,1-4 0,-2-11 1,1-3-1</inkml:trace>
  <inkml:trace contextRef="#ctx0" brushRef="#br0" timeOffset="169665">20607 16583 21534,'10'-52'1340,"1"0"1,-2 2 0,-7 10-882,-14 23-184,-7 4-124,-2 12-39,-3 17-45,-6 16-17,-6 18-33,5-3-14,9-8 0,2 2-456,-2 19 447,9-18 1,2 1-57,6-10 1,4-2-152,10 27-61,12-10 27,18-12 169,-2-16 27,-4-15 1,1-5 95,14-10-17,-10-1 0,-1-2 34,2-6 27,-1-4 281,-24 11-174,-6 6-79,-9 2 397,-6 8-362,-15 10-119,10-3-22,-2 3 129,23-5-33,12-6-68,9-3-8,16-10 0,2-4-683,4-3 648,-14 4 1,5-3-1,-5-1 7,-3-1 0,-2-2 11,17-17 0,-2-2-9,-16 11 1,-3-3-436,11-17 1,-4-5 451,-15 10 1,-2-1-15,5-12 1,-3-3 8,-3 0 0,-4 1 25,-2 5 0,-5 0 103,-7-8 1,-2 4-101,-1-1-1448,-4 21 0,-3 12 1403,2 23 0,-12 16 5,-6 22-836,1 4 1,-1 4 846,7-11 1,0 2-23,1 3 1,0 4 0,2-1-101,4 5 0,2-1 64,-2 13 0,2 1 747,4-3 1,4-1-975,11 3 1,5-4 122,-5-17 0,4-4-196,13 5 1,7-7-554,24-12 461,-7-15 0,1-5 369,-15-2 1,0-4 572,4-7 0,4-5 0,-7 0-469,12-11 254,-17 4 0,4-4 0,-7 3 177,4-10 44,-9 8 1,-6 2 78,-18 7-210,-7 12-80,-21 5 1231,-3 10-1405,-8 4 699,4 5-805,13 1-23,12 0 22,11-1 1,12-4 5,21-5 0,-5-3-17,24-11-6,-15-7 12,8-13-22,-7-8 21,-13-8 7,-11-1 16,-29-3-28,0 19 23,-27 6 55,6 25-16,-11 11 6,0 17 10,3 14-75,23-19 0,2 3-3,1 8 1,3 0-7,-2 15-2,9-17 0,6-1-37,13 7-271,7-12 0,5-2-1264,4-7 1,3-3 889,6 1 1,0-5 0,8-2-1,-17-8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3:42:49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2920 2162 31496,'-16'-54'-1065,"1"1"0,0 1 0,3 22-1179,6 34 6300,-4 29-3816,2 1 0,-1 4-186,1 0 0,-1 5-44,1 4 1,-2 9 0,-1 2 0,2-1-39,1-4 0,1 0 0,0 0 0,0 1-261,0-3 0,0 0 0,-1 1 1,1 3-1,0 2 238,1-3 1,0 3 0,0 2 0,0 1 0,0 0 0,1-2 0,-1-3-597,0 9 1,0-4-1,0 0 1,0 0-1,-1 2-8,1-2 0,0 1 1,0 1-1,0 0 0,0 1 1,-1 0-751,0-7 1,-1 4 0,0-1-1,0 0 1,0-2 0,0-4-1,2-6 926,-3 12 0,1-7 1,0 1-1,0 3 1,-2 4-1,1-5 0,3-15 1,0-7-1</inkml:trace>
  <inkml:trace contextRef="#ctx0" brushRef="#br0" timeOffset="155">2334 5038 19378,'-18'-53'445,"0"0"1,0 0-1,2-4 1,3-2-1,3-1-508,5 10 0,3-1 0,1 0 0,1 2-1391,0-7 1,1 3-1,3-4 1454,2-2 1,3-3 0,2 0 0,1 5-8,2 6 1,1 4-1,3-2 3,1 0 1,1-3 0,1 0 0,3 6 37,5 1 0,2 5 0,2 2-132,1 1 1,3 3 0,-1 3 297,8-6 1,3 2-575,-9 10 1,3-1-1,2 0 1,-3 1-533,4-1 0,-2 1 1,3-2-917,2 0 0,4-3 0,0 0 0,-2 2 1884,2-2 0,-2 2 1,-5 3-1,-5 2 1,-7 4-1,-7 6 1</inkml:trace>
  <inkml:trace contextRef="#ctx0" brushRef="#br0" timeOffset="788">3660 2818 27679,'-28'-17'-355,"1"0"0,-16-4 141,48 38-10,5 18 91,3 18-142,-6-19 1,0 1 240,4 24 17,-3-13 0,-1-1-224,0-1 265,-1-3 1,-2-2 183,-6-10 102,-8 4 147,-7-24 243,-4-10-331,3-10-309,6-9 151,8-8-247,26-12 333,-1 11-147,5 8 0,5 1-48,-3 6 0,2 1-467,8-4 0,3 0 435,1 0 1,-1 0 143,-9 4 1,0-1 29,13-7 0,-2-2 197,9-9-398,-21 12 0,-1-1-151,8-16-69,-26 16-9,1-2-7,-16 12-285,-2 6 471,-7 5-342,-18 27-3193,-5 15 3466,0 5 44,18-17 1,4-1-10,5-1-173,3 26 231,14-23 8,22 11-334,-3-25-82,25-8 149,-13-21 146,11-11 109,-8-13-1962,-14-18 2091,-15 16 1032,-19 4 1,-5 1-1041,-5 6-58,-26-18-68,7 26-81,-7 4-61,6 9 0,8 14 3403,10 9-3352,6 15-252,6 9-1216,8 8-1565,10 4-1800,2-21 1,2-3 3575,5 9 0,2-7 1,-18-26-1</inkml:trace>
  <inkml:trace contextRef="#ctx0" brushRef="#br0" timeOffset="1333">4532 2998 15865,'15'-47'638,"1"0"0,-3 7 0,-2 9 2012,-3 16-2597,-5 13 1510,4 11-1771,2 10 72,3 24 57,-3-8-81,-1 22 8,-7-17 3,2 5 827,2-10-766,8-22 100,-2-13 3387,7-15-3369,1-10 65,0-5 23,3-8-6,-4 2-28,-5 9-62,-4 8-16,-4 11 22,3 11-23,2 10 7,14 22-1,-5-7-1710,2-1 0,1 0 1699,0-4 23,24 16-163,0-21 162,5-7-16,-1-9 56,0-22-46,-21 0 12,-1-8 0,-1-5-3,-12 7 1,-1-4-298,-1-7 1,0-5-1,-3 0 286,-2-13 0,-3 1-6,-1-2 1,-1 0 38,-3 1 1,-3 2 92,-2 11 0,0 3-78,1 6 0,-2 2 338,-13-19-305,7 41-78,-3 8-6,1 20-16,2 21 7,6-9 1,2 4 217,0 10 1,1 4-218,5-1 1,2 4 0,-1-2-12,1 5 0,1 0-13,-1-11 1,2 1-1,3 2-272,7 8 1,5 3-1,0-5-1290,4 1 1,1-1 404,-3-3 0,2 4 0,-1-9 1178,2-10 0,-2-10 0,-7-7 0,-3-4 0</inkml:trace>
  <inkml:trace contextRef="#ctx0" brushRef="#br0" timeOffset="2532">5119 2968 24083,'20'-46'97,"0"1"0,-6 4 0,5 10-80,43 24-34,-27 7 0,0 1-17,22 1-75,-14 3 0,-3 1 3,-8-1-20,1 0 0,0-3 137,2-11 11,4 2 163,-16-19 45,-19 8-85,0-4 225,-10 3-3169,-9 9 2962,0 1 56,-9 6-118,8 10-68,-1 13-16,8-2 5,7 15 1,12-11 3397,15 9-3403,-2-14 50,31-2-50,-26-12 83,31-15-60,-38 3 44,10-17 0,-25 4-6,-15-13-56,-12 6 6,-18 1 0,-18 14 28,-1 16-22,5 9-17,14 15-28,24 17 5,8-11 0,10 10-16,16 7-62,4-3-34,7 9-479,1-17 1,4-5 47,19-2 510,-22-6 0,0-7-17,27-35 61,-26-16 23,-9 5 0,-1-1 23,9-16 55,-9 10 1,-2 2-18,-1 0 101,-2 2 1,-1 2-28,-8 11 89,4-5-185,-11 20-44,3 13-1,0 12-11,2 20-5,-2-6 8,-2-4 0,-2 0 3,1 10-6,-2 12 50,0-25 46,0-14 134,1-11-135,4-23-95,0 4 17,14-38 0,-3 18-3409,5-8 3398,-4 15-28,17 4 0,-4 12 5,12-3 6,6 30 0,-14 5-11,14 16 0,-12 1 0,-1 0-34,3-1-67,7-6-405,12-8 321,-8-10-15,-15-8 1,2-3 17,2-7 0,-1-3 142,25-2 34,-17-9 1,-3-3 32,-5-7 7,4-7 3459,-23-1-3309,-18 16-43,-13-6 49,-19 16-3146,-29 12 3040,16 4-31,13 4 0,1 3 234,1 11-248,0 10-16,15 3-18,13 0 23,16-5-28,16-7 5,16-12 12,14-15-9,-26-3 0,-1-3 3401,19-11-3387,-21-3 0,-5-4 34,-6-21-375,-8 9 0,-4-4 403,-10-1 0,-5 0-37,2 6 0,-1-2 59,-1-3 1,-2-3-1,2 3 84,0 0 0,0 0-11,-3-16 0,1 3-31,3 23 1,2 4 30,-3-6-129,4 20-5,1 22-29,2 8-28,1 19 1,1 8-549,-1 1 0,0 2 554,1 2 0,-1 4 1,1 0-26,0 2 1,1 0 0,-1 1-258,2 4 1,0 1-1,2 1-1590,2 3 1,2 1-1,1-1 1889,0-7 0,0-1 0,1-4 0,1 4 0,0-8 0,6 8 0</inkml:trace>
  <inkml:trace contextRef="#ctx0" brushRef="#br0" timeOffset="3114">8040 2908 20772,'-9'0'2885,"1"0"-2594,8 0 174,0 0-370,97 0-1252,-53 0 1,4 0 1161,10-1 1,8 0 0,-3 0 8,-9-1 1,-1 0 0,-1-1-11,1-1-1,0 0 1,-1-1 0,-4 0 0,0-1 0,-2-1 10,14-2 0,-6-3 22,-13 0 0,-6-4 579,-1-20-582,-43 6 1,-10 0-6,-15-14-184,4 15 0,-5 2 316,-5 1 0,-1 2 70,10 5 0,0 0 33,-10-6 0,2 0-2388,-1-7 2220,21 13 1192,16 1-1242,16 10-17,15 3-11,17 16-17,0 15 0,0 7-14,-9-2 0,-2 3-284,8 7 0,-5 4-556,-20-6 1,-5 3 0,-4-1 853,-8 12 0,-4-2 0,8-3 0,-2-4 0,-18 17 0</inkml:trace>
  <inkml:trace contextRef="#ctx0" brushRef="#br0" timeOffset="5661">9939 2767 20599,'-2'-61'1194,"1"0"1,-1 9 0,1 9-859,1 19-336,0 16 62,4 27-51,0-2-1688,3 14 1,0 2 1688,1 4-7,2 8 1,-1 1-12,-2-7 9,-1 2 0,-1-2 8,-3-12 112,-6 15-50,0-33 196,-22-11-224,13-8 3380,-13-13-3380,13-11-1724,8 3 0,1-3 1690,-4-23-6,11-3 1,4 0-541,2 3 538,4 4 0,2 0-207,9-2 204,-8 23 0,2 3-59,18-12 26,2 15 2996,2 15-2980,15 22-11,-3 12-1234,-20-2 0,0 2 1257,9 16-7,-13-4 1,-4 0-9,-3 4 28,-6-1 0,-5 0 4,-22 11-15,0-19 0,-4-1 8,-7-2 1,-4-3 5,-1-3 1,-2-3 356,-27 4-45,1-20-98,17-17-61,9-6-68,17-4-56,8-16 22,5 19 3268,15-20-3451,-2 32 457,18-4-284,-2 11 12,15 6 30,-5 2-21,7 10 0,2 4-44,-16-6 0,0 2-253,20 11 0,-2 0 176,0 7-151,-10 13-19,-27-23-112,-48 22 341,-12-29-22,4-4 1,-5-2-804,3-9 0,1-2 240,-14-3-3722,20-6 1,5-2 4293,12-5 1,-4-2 0,22 10 0</inkml:trace>
  <inkml:trace contextRef="#ctx0" brushRef="#br0" timeOffset="6294">10807 2572 19748,'-3'-2'3567,"0"0"-2760,3 2-762,64-28-6,-3 40-495,-10-17 1,2 4 460,-13 19 1,-4 8 2,-10-4 1,-5 3 30,8 31-11,-19-10-68,-21-11 1,-6-3 62,-7 0 30,-7-4 0,-3-5 76,-4-11-56,-6-1 303,14-20-116,17-18-239,3 2 704,27-36-604,-1 30-35,12-5 0,4 2 125,1 7-93,6 0 0,2 3 24,6 3-78,-14 8 1,-1 1 175,4 0-31,5 6-118,-22 10-123,3 2-130,-15 15-68,-4 14-6,-2-5 281,9 25-269,-1-30 29,33 21 16,-14-29 152,3-5 1,3-2 98,20-6 21,-14-9 0,-1-2 15,12-5 11,-22-6 1,-5-4 41,-13-8-3,-8-14-103,-11 14 117,-29-10-148,15 20 20,-27-12-64,25 21 110,-31-2-79,28 13-22,-15 6-1,26 9 7,6 3-85,5 8-823,7 6 218,3-6-1679,15 12-4942,9-14 7316,6 1 0,-10-11 0,-9-7 0</inkml:trace>
  <inkml:trace contextRef="#ctx0" brushRef="#br0" timeOffset="6811">12129 2567 25270,'-36'-12'64,"0"0"1,-21 4-54,49 51 1,9 4-1,4-8 34,27 14-23,6-23-5,-10-11 0,3-2 27,26-4-4,-4-18 16,-8-13 16,-10-13 1,-11-7 22,-12-2-50,-6 9 123,-11-7-33,-1 20-57,-2-3-50,0 16-11,1 14-23,-1 8 6,2 12-5,5 5 21,10 1-16,4-7 6,24 3 0,-2-18-1708,-3-6 0,2-3 1714,7-6 4,14-14 18,-25-5 39,-2-9-17,-12-2 5,-12-2-21,-14 1-12,-11 2 3392,-10 5-3437,-5 8 17,1 8-51,7 7 12,11 5-370,16 11-431,19 1-1003,25 7-555,-11-11 1,3-2 1718,11 0 1,-1-1 0,9 1 0,-5-2-1</inkml:trace>
  <inkml:trace contextRef="#ctx0" brushRef="#br0" timeOffset="7084">13135 2479 23310,'-17'-50'853,"0"-1"0,4 10 1,0 7-563,-4 10-196,6 18-56,-1 6-22,4 6-11,-2 52 5,9-24-6,6 15 1,5 2-595,18 2 589,-5-14 0,3 0 11,-1-7 1,1-3-29,3 1 0,0-2-94,-2-2 1,-2 0 26,13 21-67,-21-11-253,-31-7-4530,-42-10 3937,7-9-678,6-8 0,-1-4 1634,11-4 1,2-2-1,-14 0 1,8-5-1</inkml:trace>
  <inkml:trace contextRef="#ctx0" brushRef="#br0" timeOffset="7269">12973 2426 12578,'3'-2'6979,"-1"0"-3293,-2 2-3468,-27 66-162,14-36-51,-8 25 1,1 4-420,8-4-2631,4-6 1,3 0 1981,6 11 0,0-9 0,2-34 1</inkml:trace>
  <inkml:trace contextRef="#ctx0" brushRef="#br0" timeOffset="7862">13305 2652 16930,'1'-5'5366,"-1"1"-2695,0 4-2654,-1-33 45,7 30 5,5-23 6,15 39-12,12-2-3346,22-5 3318,-18-7-16,-9-3 1,-2-4 54,4-11 26,-13-4 0,-3-4-8,0-15-34,-15-15 84,-34 12-106,7 21-1,-13 2 23,8 20 84,-15 10-106,1 12-34,4 2 3397,17 16-3385,15-1 4,15 25-4,3-17 2,5-12 0,5-2-9,22 8-128,-14-16 0,3-1 120,4-4 0,2-4 0,0-3 1,0-3 2,24 0 14,-21-16 0,-3-4-3,-6-1 3,-3-9 0,-5-4-8,-15 3 27,1-25-16,-15 9-9,0 5 1,-1-1-243,-3-15 253,3 15 1,2 0 30,6-8 6,15-10-39,-3 20 28,26-3-34,-21 26 252,24-1-263,-12 16 5,13 14 12,2 21-692,-16-5 1,-1 3 682,-9-10 1,-1 0 10,8 15 1,-2 0-80,-10-14 1,-3 1 59,3 21 0,-2-1 0,1 0 0,-7 9 0</inkml:trace>
  <inkml:trace contextRef="#ctx0" brushRef="#br0" timeOffset="16094">9953 3361 11257,'-55'12'178,"-1"-1"1,1 1-1,-1-1 1,1 1-1,-5 1 1,0 0 0,3 1-1,5-1 202,5 0 1,4-1 0,4 1-157,2-1 0,5 1 3063,-4 6-2267,51-14-466,42-2-411,1-8 0,9-2-436,-21 3 0,4-1 1,0 0-1,0 0 308,11-2 0,-1 1 0,7-2-261,-11 3 1,6-1-1,3 0 1,2 0-1,-2 0 1,-3 1 262,-1 0 1,-3 0 0,0 1 0,2-1 0,6 0-127,-11 1 1,5-1 0,4 1 0,1-1 0,1-1 0,0 1 0,-2 1 0,-3-1 0,-4 1 112,4-1 1,-6 1 0,-2 1-1,1-1 1,2 0 0,5-1-133,-7 1 1,5 0-1,3-1 1,2 0-1,1-1 1,0 1-1,-2 0 1,-2 0-1,-5 1 1,-4-1 118,8 0 0,-8 1 0,-2 0 0,3-1 0,5 0-59,-6 0 0,4 0 0,3 0 1,3-1-1,0 0 0,0 0 1,-1 1-1,-2-1 0,-4 1-2,7-1 1,-3 0 0,-2 0 0,0 0 0,1 0 0,2 0-64,-6 1 1,1-1 0,1 0 0,0 1-1,1-1 1,0 0 0,0 1 0,-1-1-386,7 0 0,-1-1 1,1 1-1,0 0 0,-1-1 1,-2 1-1,0 0 518,2 0 0,-1 1 0,-1-1 0,-1 0 0,-3 1 0,-3 0 0,5-1 0,-3 1 0,-3 0 0,-6 1 0,10-1 0,-1 0 0</inkml:trace>
  <inkml:trace contextRef="#ctx0" brushRef="#br0" timeOffset="16844">15831 2588 12802,'-54'0'3013,"0"-1"0,-5-1 1,10 0-2353,23-1 286,-7-2-578,29 2-229,18-3-112,2 1 17,34-2-28,13 3-1142,-16 1 0,9 0 0,-5 0 1122,0 0 0,0 1 3,6-1 0,5-1 0,-9 0 3,-20 3 0,-2-2 25,25-5 0,-3-3 33,-13-3-27,9-11 5,-72-3 0,-18 1 0,8 8 1,-2 2-207,-20-5 240,23 9 0,1-1 168,-9-3 3306,-1-1-3295,18 6-201,13 7-28,7 2 5,11 6-28,1 0 313,28 16-319,-11-5 0,2 1 1,2 2 0,20 11-451,-9-5 0,2 3 380,-6-2 0,-2 0-8,1-2 0,-3 3-722,-3 6 0,-9 4 806,-20 0 0,-3 1 0,15 17 0,-31-4 0</inkml:trace>
  <inkml:trace contextRef="#ctx0" brushRef="#br0" timeOffset="18077">17672 2835 20106,'-1'-48'679,"0"0"1,0-1-1,0 1 1,2-3 0,1 3-1,-7 6-469,-14 3 0,-6 10-103,-15 10-68,-10 0-3,18 20 1,-3 8-728,-7 7 0,1 4 702,7-5 0,0 3 6,-18 18 0,5 4-11,9 10 199,14-21 1,4 0-183,10 19-1,14-24 79,36 8-62,-5-27 0,4-6-348,9-2 1,0-2 316,-2-5 1,-1-4 22,0-8 0,-3-7 19,-5-8 1,-5-2-34,-4 7 0,-3-2 12,-6-7 1,-4-5 0,-4 3-5,-6 3 1,-5-1-138,-1-1 1,-1-3 0,-1 4 181,-4-2 0,-1 5-19,-6-21 650,1 29-717,10 30 445,0 21-344,6 12 1,1 3 575,0 20-608,2-5 0,0 1-106,-3-18 0,1 0 83,0 11 1,-1 0 0,0-10 0,-1 0-220,0 6 0,1 0-236,5-3 1,2-2 109,2-1 0,4-2 53,6 0 1,5-7 34,31-6 290,-25-20 1,0-8 93,4-10 0,-3-4 92,10-15-17,-8-12 137,-32 0-123,-10 11 347,-8-11-516,-6 21 479,0 14-734,6 9 428,5 13-226,4 8-65,9 8 26,8 6-15,3-6 74,13 5 12,9-3-8,1-4-11,6-5-50,-14-15 148,-8-7 174,4-20-37,-13-3-80,2-17-89,-13-2-85,-10-3-61,-8 0-56,-8 7-33,-4 11-58,-2 12 96,-1 11 116,-2 14 102,6 4 119,-12 24-28,16 0-20,-4 20-35,17-3-114,14 1-109,4-12-138,26 14-152,0-21 18,-7-11 0,3-1 28,28 1 228,-20-17 1,-2-2 101,14-5 99,0-12-14,-24-19 19,-14-7-72,0 1 35,-21-6-148,3 32-129,-5-3 248,6 24-221,2 8-3324,6 15 3422,2-7-2,14 11 17,10-14 94,16 3 43,12-10 10,-15-14 1,0-4 34,19-12-147,-25 2 0,-3-4 243,-1-20-5,-10-6 56,-11-9 3071,-7 18-3277,-6-7-89,0 24-87,-1 2 166,2 10-659,4 10-1701,8 14 2278,11 18 0,-9-14 0,2 3 0</inkml:trace>
  <inkml:trace contextRef="#ctx0" brushRef="#br0" timeOffset="19870">19703 2672 17299,'8'-60'898,"0"1"1,0 0-1,-1-5 1,1-1-1,-2 6-355,-2 7 1,-1 4-814,0-9 0,0 2 550,-2 13 0,-1 4 711,-1-11-867,-2 25 227,-1 20-323,-5 45-209,3-5 177,1 3 1,-2 8-1,0-4-171,2-6 1,-2 1 151,-1 14 1,-2 7 0,2-5-18,0-10 0,-1 2-201,0 7 0,-2 10 1,0 0-1,2-8-677,0-1 1,1 1 554,1-5 1,-2 8-1,2-1 1,3-8-750,5-5 0,2-5-302,2 5 0,2-4-2210,12 7 339,-4-35 1330,-5-34 1801,-13-7 0,-4-6 683,0-1 1,-3-1 863,-5-12 0,-2 0-581,4 15 1,-1 1 889,-5-9 1,-2 1-255,4 9 0,-1 1-471,-3-5 1,0 0 1509,-11-19-1989,22 14-419,15 19-9,30 8 0,9 4-53,6 4-233,-2 0 1,3 1 223,-13 4 1,2 1-15,3 0 1,2 0-1,-1 0 3,3-1 0,-1 0 3,12 2 0,0-3 8,-18-4 1,-5-1 8,4 0 529,-3-5 0,-4-1-384,-20 4 57,-4-10-29,-22 13 196,-23 0-285,5 4 19,0 8 1,1 2-82,4 3 17,-21 29-56,35-19 28,4 28-5,15-27-12,26 25-11,-9-29 229,11 1 1,3-3-197,9-10 18,14-4-23,-30-12 145,-20-14-106,-10 0 34,-10-8 107,-12-9-124,5 13 168,-5-12-168,17 21-67,-1-2 16,15 7-27,24 2-23,-4 2 11,1 4 1,3 1 22,18 3-23,-13 2 1,0 1 10,11 3-61,7 12 6,-41-6 61,1 20 6,-18-16 5,-13 26-16,5-21 22,-11 27-6,15-25 1,4 28-23,8-28 39,20 21-28,-10-27 112,18 4 68,-13-15 94,9-16-111,-10-8-23,-1-16-78,-12 5 33,-6-23-106,-5 25 39,-5-24-5,-2 28-17,-6-4 5,6 15-111,-4 5-40,11 8-857,-1 11-1232,11 6 2218,12 16 0,-7-15 0,6 0 0</inkml:trace>
  <inkml:trace contextRef="#ctx0" brushRef="#br0" timeOffset="20219">21045 2875 25838,'34'-40'109,"-1"1"0,1-1 0,7-8 0,-3 2-28,-7 3 1,-4 2-949,-10 6 1,-3-3 891,9-20 1,-4-2-12,-9 17 0,-2-2-1,-1-4 0,0-4 0,-1 5 1,-1 9 0,-1 1 14,1-6 0,0-3 0,-2 7 129,0-12 762,-4 5-907,-1 27 415,-6 28-383,3 6-26,-4 19 0,0 4 7,-2 12-424,0-3 1,-2 9 0,1-5 388,3-9 0,0 2-175,-1 5 1,-1 10-1,0-1 1,3-7 61,0 1 0,2 0-624,4 2 1,0 9 0,2-1 0,2-8-3318,4-3 1,3-3 4062,2 6 1,2 3-1,1-10 1,4-4 0,3-4-1</inkml:trace>
  <inkml:trace contextRef="#ctx0" brushRef="#br0" timeOffset="21070">12764 4395 16964,'-7'-2'3920,"1"0"-2878,6 2-582,0 0-4572,74-18 4123,-21 11-17,-5 0 1,8-3 0,-1 3-134,-10 3 0,-3 1 0,3 0 70,9-1 0,3 0 0,-1-1-103,-3 1 0,0-1 0,1 0-1691,5-2 0,1 0 1,-4 0 1862,2-1 0,-4 0 0,-2 0 0,-9 1 0,-17 1 0</inkml:trace>
  <inkml:trace contextRef="#ctx0" brushRef="#br0" timeOffset="21270">13603 4208 13793,'-4'0'7338,"1"0"-5282,3 0-1832,-5 44-4302,8 14 4089,-5-22 0,0 3-36,3 19 0,0-1 441,-3-1-682,0-1 0,1 3-499,0-19 1,1-1-1065,2 9 0,1 1 1829,5 0 0,0-4 0,2 5 0,4-12 0</inkml:trace>
  <inkml:trace contextRef="#ctx0" brushRef="#br0" timeOffset="21894">13927 4738 23327,'36'-39'109,"-4"23"0,0 7-92,-3 14-12,23 2 46,-20-12 16,0-5 39,6-10-3229,-5-17 3252,-14 10 151,-7-15 17,-12 12 33,-7-4-44,-4 4 17,-8 5-247,5 12 3414,-7 4-3419,2 10 27,-8 8-22,-3 8-34,1 11 12,4 9 5,9 16-33,9-16 5,15 17-5,11-21-23,17 8 22,12-20 1,6-8 33,-9-15 0,0-5-178,12 2 0,-3-6 181,-16-13 0,-8-7 39,-10 0 1,-5 0-21,6-13 15,-12 12 0,-2 0 108,-5-9 108,-10-18-208,0 22 168,-20-15-174,14 34 90,-10-11-146,17 23-16,0 4 0,9 8 344,8 16-361,8 8 14,4 6 0,1 3-9,7 10 11,-9-14 1,0 2-26,-7-7 1,-3-2-14,4 10-21,-4-4 1,-3 0-193,-5 8-297,-9 7-673,-11-9-1444,-11-9 2660,-9-15 0,15-8 0,3-7 0</inkml:trace>
  <inkml:trace contextRef="#ctx0" brushRef="#br0" timeOffset="22261">15052 4618 20464,'3'3'3703,"-1"-2"-948,-2-1-2659,-1-70 100,6 17-140,-4-8 0,0-1-996,4-1 965,-3 21 0,-2 1 37,-5-16 8,0 19 0,0 2-14,-5-10 386,-2 8-380,8 30 127,-1 11-184,2 6-10,1 24-1,2 11 0,5-3 1,2 2-312,2 20 283,1-15 1,4 1-166,2-4 0,2 0-120,2 0 0,0 0 58,1-1 1,0-3-754,1-7 0,-1-4-2671,3 6-6146,-8-4 7814,-12-16 0,-9-13 0,2-3 0</inkml:trace>
  <inkml:trace contextRef="#ctx0" brushRef="#br0" timeOffset="22578">15045 4633 25124,'6'-51'-19,"0"0"1,-5 6-1,8 9-43,19 19 1,7 7-88,3-4 1,-1 1-119,-6 2 1,1-1 218,15-7 1,-2 0 69,-5 0 34,4-5 286,-24 9-208,-15 7 652,-3-14-198,-6 7 39,-1-9-145,2 9-79,1 5-140,0 4-246,2 4 28,-1 17-45,0 11-11,0 23-1,0-5-47,1-4 1,0-1-65,0 4-286,0-1 0,0 0-1255,0 11 1664,1-16 0,-1-2 0,1 2 0,1-5 0</inkml:trace>
  <inkml:trace contextRef="#ctx0" brushRef="#br0" timeOffset="22762">15578 4135 24167,'-16'-19'-6660,"6"8"5244,27 37 1,-7-13 0,-2 1 0</inkml:trace>
  <inkml:trace contextRef="#ctx0" brushRef="#br0" timeOffset="23561">15860 4340 25858,'-22'45'61,"0"1"1,4 3 0,8-7-51,18-14-5,7 6 235,-6-19-118,-2-6 95,-6-19-167,0-6-29,4-16-5,5-5-23,9-5-5,-1 8-50,20-4 10,-8 21 12,12-1-62,-11 18-28,-4 9 6,-5 10-22,-3 7-141,1 4-72,8 2-46,14-3 135,-2-10-109,0-9 0,4-3 68,-11-4 1,0-1 281,6 2 0,2-3 149,3-10 0,-5-5 198,-8-6 51,12-23 33,-43 8-207,-3 8 331,-10-6 79,0 19-488,-11-2 0,-8 22 5,-10 15 0,-10 17-361,26-14 0,0 2 257,3 0 1,1 1-3,-9 26-6,15-15 28,28 6-16,15-24 27,25 3 23,10-24-9,-30-4 1,0-5 192,24-19 102,-16-11 5,-20-3-45,-15 2-50,-12 7-111,-2 10-158,0 11 577,4 19-577,3 22 0,0 32 0,4-13 0,0 5-739,0-9 0,0 2 0,0 3 739,1 8 0,0 3 0,0-2 0,-1-8 0,1-1 0,-1 4 0,0 5 0,0 6 0,-1 1 0,0-5-36,-2-2 0,0-3 0,-2 3-76,-1 1 0,-1 4 0,-1 0 0,-4-4-280,-5 3 0,-3-3 0,-5-4-432,-3-3 0,-4-3 0,-2-4 609,-1-7 0,-2-4 1,-1-6 312,-13 0 0,1-13 39,7-19 0,6-14 6,8-15 0,7-12-37,9 6 1,5-5-1,1-2-412,2-7 1,3-3-1,2-1 336,1 11 1,1 0 0,3-1 0,0 0-309,2 0 0,1 0 0,2 0 0,1 2 242,6-13 1,2 1-1,3 2-315,0 5 0,3 2 0,1 2 264,3 2 0,1 2 0,-2 5 0,-4 3 0,-1 5 0,-2 5 0,1 1 0</inkml:trace>
  <inkml:trace contextRef="#ctx0" brushRef="#br0" timeOffset="33427">1837 7832 18869,'-4'-46'871,"0"1"0,0-1 0,-1-13 0,0 10-456,1 20 338,1 17-809,1 8 271,3 21-215,3 10 34,1 27-29,-3-21 1,1 0-28,-1 24-76,-3-14 1,-2-2 114,-3 8 17,-3 12 487,3-34-50,3-15-214,1-8 63,-1-23-247,0-8-28,0-26-37,1 21 0,1-1 12,0-5 0,1 0-12,-1 7 0,1-2 32,1-15 1,1 2-19,0 1-14,3 1 1,1 2 2,6 9-28,22-8 6,-11 27 0,39 11-17,-18 19 22,-11-4 1,-1 5 10,-6 4 1,-3 4-15,-3 3 1,-4 2-6,-4 4 0,-4 0-3,-3 21 11,-21-4 1,-7-2-161,-3-5 171,0-5 1,-1-4 5,2-15 95,-17-4-5,18-16-28,-9-8-23,25-17-38,9-3 10,9 0 487,13 2-526,15 5 28,15 6-22,-22 10 0,3 2 13,11 1 1,-1 2-376,19 4 378,-20 1 1,-2 2-28,2 11-18,-2 9 29,-22 7 6,-30 6-12,-26 2 22,7-19 1,-4-3-388,-4 1 1,-2-2 375,-2-2 1,-1-2 5,2-2 0,1-2-104,1-2 0,2-3-316,-7 1-1291,10-10-4938,40-10 5867,9-6 1,-1 4 0,1 6-1</inkml:trace>
  <inkml:trace contextRef="#ctx0" brushRef="#br0" timeOffset="33820">3099 7604 16863,'7'-8'5864,"-61"-8"-5029,-6 26-743,17-12 1,0 3-230,2 12 1,5 5 343,-10 13-149,20-10 1,1 3 42,-14 25-17,12 2 169,10-1-213,12 1 63,6-19-42,21 5-22,-6-28 124,37-4-57,-8-22 29,10-4-79,-24 1 0,-2-4 106,16-18-36,-19 16 1,-2-2 148,11-21-7,-15 8-5,-10 12-89,-7 12-112,-10 9-62,2 10 5,-14 12-10,1 10 195,-3 13-307,6 7-348,7 5-790,15 3-1198,4-21 0,4-1-1210,11 10 3663,17 2 0,-28-32 0,0-2 0</inkml:trace>
  <inkml:trace contextRef="#ctx0" brushRef="#br0" timeOffset="34146">3523 7752 11866,'0'-3'9595,"0"1"-7617,0 2-1071,13-62-650,-10 46 29,3-19 0,-3 6-191,-7 27 45,-17 1-106,-3 12-12,-6 0 46,-11 19-15,18-8 0,0 1-14,-15 16-6,12-8 1,2 2 2,8-3 1,2-2-37,-9 20 0,6 13-22,23-29-191,14 6-712,17-10-1107,20-10-1268,-13-19 1,2-5 824,-13 2 0,0-3 2475,13-7 0,-5-1 0,-16 4 0,-1-1 0</inkml:trace>
  <inkml:trace contextRef="#ctx0" brushRef="#br0" timeOffset="34335">3869 7712 16812,'18'-52'2332,"1"1"0,-3 5 0,-1 6-1341,0 7 124,-2 4-874,-2 6 0,-5 9-174,-7 18 56,-15 26-89,2-3-147,-4 4 1,-2 2 109,3-5 1,0 2-1393,-5 9 1,0 1 1358,4-8 0,1 3-969,1 7 1,2 4-1,2-4-1977,-1 19 2982,12 3 0,5-6 0,2-32 0,16 4 0</inkml:trace>
  <inkml:trace contextRef="#ctx0" brushRef="#br0" timeOffset="35653">4270 7607 23971,'-47'26'123,"0"0"0,0 1 0,-3 5 0,0 3 1,7 1-49,6 5 1,4 1-32,-3 5 1,3-2-11,14-14 0,4-3 22,1 3 179,35-9-179,2-18-143,28-9 0,6-4-798,0-2 780,-18 2 1,6-3 0,-4 0-53,-8 1 0,-2-1 17,5-3 0,-1-1-50,-5 1 1,-4-1 172,10-10 39,-5-7 130,-10 1-46,-5 6 426,-2-2 610,-12 20-963,0 0 280,-7 6-257,-13 10-124,3-3 62,-20 18-129,20-10 6,-4 10 11,19-11 67,16 1-67,0-5 23,22-5-12,4-14-17,-9 2 29,12-16 49,-16-5-60,-7 6 105,-3-19-89,-17 27 62,-15-15-96,3 22 73,-24-2-50,17 10 50,-14 6 12,6 12-90,0 7-12,3 4 6,1 21-44,12 11-340,19-15 1,3-1 58,6 17-73,10-31 0,5-8 50,12-19 231,0-5 75,-14-11 0,-2-5 76,10-16-17,4-10 28,-25 17 0,-2 0 78,7-19 62,-8 16 1,-1 1 195,4-11-112,-5 11-196,-11 21-78,-5 15 5,-3 9 0,-2 13 0,2 10 271,0 2-271,8 0 6,0-6-11,1-9 10,-2-4 12,-1-13 224,0 1-78,0-11-118,3-6-45,0-2-5,9-13-1,17-10 1,5-2 5,12-2-22,-12 15 11,-10 11-3437,-1 19 3420,-15 2 17,8 26-39,-8 0-34,7 15-246,7-2-526,12-2 200,-1-15-2565,20-15 1,6-7 322,-22-10 0,0-3 1624,20 5 0,2-7-12,-2-20 1,-8-6 1816,-4 0 1497,-2-3 0,-5-2 425,-17 5 2451,-7-5 0,-5-2-3182,-10-6-1218,-1 9 1,-7 2 380,-30-1-548,-4 15-113,-14 16-162,17 12 44,4 26 1,4 8-88,17-16 1,1 2 348,-12 22 1,7 3-344,19-13 0,9-4-24,15 9-4,0-22 0,4-8-166,34-19 169,-28-6 0,-1-6-206,1-5 1,-3-4 236,-1-7 0,-4-4-11,-3-7 0,-4-2-6,-6 7 0,-2-4-498,-3-7 0,-1-6 0,-2 2 540,1-6 0,-2-1 99,0 1 0,0-4 1,-1 6-67,0 8 1,-2 5 92,-1 1 1,-2 7-31,-3 15-163,-1 6 172,2 18-172,2 21 0,1 28 0,0-14 0,-1 5-49,-1 10 0,0 5 49,1-2 0,0 5 0,0-3-133,0-16 1,0-1-1,0 3-185,1 4 0,0 4 1,1 1-1,1-4-2276,1 2 1,0-3 0,1 0 2593,0 6 0,0 0 0,0-4 0,1 3 0,0-7 0,1 6 0</inkml:trace>
  <inkml:trace contextRef="#ctx0" brushRef="#br0" timeOffset="36079">1348 8952 15162,'-61'12'471,"0"-1"0,0 0 0,0 1 1,-2 0-1,-2-1 0,3 1 1,7-3 183,-9 1 0,6-2-75,-3 0 0,4-2-227,20-1 0,10-5 863,17-9-1166,63-8-10,-4 7 1,15 1 0,6-1 0,-3 1-736,-17 3 1,1 0-1,-1 1 1,3 0 0,4-1 702,-2 1 0,5 0 0,2-1 0,1 1 0,1 0 0,-2 1 0,-1 0-186,3 1 1,-1 0 0,-1 1 0,0 0 0,1 0-1,0 0 196,-6 1 1,1-1-1,-1 1 1,1-1-1,1 1 1,-1 0-1,1 0-173,1 0 1,0 0-1,0 0 1,1 0-1,0 0 1,0 1-1,0-1 175,1 0 1,1 0 0,0 0 0,-1 1 0,1-1 0,0 0 0,0 0-139,-7 0 0,1 1 1,-1-1-1,0 0 0,1-1 1,-1 1-1,0 0 0,1 0 122,-1 0 1,0-1 0,1 1 0,-1 0 0,0-1 0,1 1 0,-1-1 0,0 1 0,7-1 1,0 0 0,-1 0-1,1 0 1,0-1 0,-1 1 0,-1 0-1,-1 0 1,-1-1-1,0 1 1,0-1 0,-1 1-1,0-1 1,-1 1-7,7 0 0,-1-1 0,-1 1 0,0-1 0,-1 1 0,-1 0-45,-4 0 0,-1 0 1,0 0-1,-1 0 0,-1 0 1,-1 1-247,5-1 1,-2 1 0,0 0 0,-1 0-1,-1 0 292,8 1 0,-1-1 0,-2 0 0,-6 1 0,11 0 0,-7 0 0,-14 0 0,1 0 0</inkml:trace>
  <inkml:trace contextRef="#ctx0" brushRef="#br0" timeOffset="36853">6797 7755 24777,'54'-2'50,"0"1"1,-18 0-1,2 0-35,12-3 0,6-1 0,-2-1-530,5 0 0,1-2 520,-13 2 1,4-1 0,-1 0 0,-3 0-289,16-2 1,-4-1 341,7-1 0,-12-1 13,-33-4 324,-39-1-379,-15 5 0,-6 2 0,-22-6-272,6 6 1,-2 1 310,19 5 1,1 0 116,-11-2 1,1 0-12,-10 0 807,11-3-851,38 5 38,12-6-133,6 5 50,38-6-45,-16 8-6,4-1 0,2 2 1,25 6-372,-14 5 1,0 2 337,-14-3 0,-2 3-9,13 9 1,-3 4-216,2 18 98,-23-14 0,-3 4-510,-9 3 0,-8 1-3368,-14 7 0,-7-1 4015,-5-1 0,-2-3 0,5-10 0,0-4 0,-10 7 0</inkml:trace>
  <inkml:trace contextRef="#ctx0" brushRef="#br0" timeOffset="38578">9707 7578 19185,'-4'-54'994,"-1"-1"0,1 1 0,0-18 0,-3 19-652,-6 38 384,4 30-693,-2 27-25,6-4 1,3 5-578,-1 15 1,2 2 557,2-8 0,1 4-434,2-7 0,2 5 1,0 1-1,0-6 201,1 7 1,1 2-1213,-1-9 0,1 8 0,0 4 0,1-4 1,-3-7-1584,2 12 0,0-3 3039,-2-10 0,1 6 0,0-2 0,-2-11 0,1 15 0,0-4 0</inkml:trace>
  <inkml:trace contextRef="#ctx0" brushRef="#br0" timeOffset="39312">9280 8368 16392,'-16'-40'1599,"0"0"0,0 0 1,-4-13-1,5 6-1341,10 9-12,32-1-196,16 17-915,-4 6 1,4 2 872,5 2 1,3 2 2,8 0 1,2 0-7,-18 3 1,0 0-1,0 0-482,8-1 0,1-1 451,-4-1 0,3-1 0,-6 0 3,-11 3 1,-1-1 86,8-4 0,4-1 0,-8 1-8,7-9 22,3-5-38,-37 11 766,-20 8-717,-14 7 1409,-11 10-1145,-7 9 232,9 1-266,-8 17-241,24-12-22,-1 8-3308,35-10 3280,0-11 6,34-2-40,-18-8 28,5-3 1,2-3-132,12-6 165,-17 1 0,-3-3 118,1-15-23,-17-4-44,-18-2 3321,-15 2-3367,-2 8 191,-26 1-123,12 14 280,-23 7-364,26 9 11,-7 18-28,17 8-39,-1 16-6,6 8 23,10 1-29,14-2 1,12-5-17,15-7 50,14-9-266,-19-22 1,3-4 254,4-3 0,0-2 11,-6-3 1,1-3 13,17-9 0,-3-3-14,1-7 36,-5-7 1,-4-6 25,-13-13-3,-12 5 0,-5-1-3,-8-7 20,-6 16 0,-4 1 25,-1 7 190,-12-18-106,10 23-67,-2-3-129,8 16-11,5 5 542,5 11-531,9 9 0,13 13 0,12 14-218,-16-18 0,0 1 207,13 18 0,-17-16 0,-3 3-85,-10 2 1,-5 2-123,-3 1 0,-6 0-597,-15 11 0,-6-4 207,8-18 0,-3-4-2834,-14 4 1,-1-5 3441,-2-8 0,6-3 0,17-7 0</inkml:trace>
  <inkml:trace contextRef="#ctx0" brushRef="#br0" timeOffset="40013">10999 8071 18722,'7'5'5047,"-1"-1"-3451,-6-4-1131,0 0-129,63-50-746,-35 15 508,11-3 0,-3-8 42,-22-5 0,-10-2-87,-3 9 0,-3-2-27,-1 4 0,-2-2 0,-3 1 86,-11-13 0,-2 5-67,7 15 0,-2 3 112,-5-7 0,1 8 65,6 14-172,-2 1-39,13 19-11,2 12-11,1 18-3,6 5 0,1 4 11,-2-10 0,0 1-248,7 24 0,2 2 239,-4-15 1,1 4-79,1 7 1,1 6 0,0-2-335,-1-8 0,1-1 0,-1-1 166,-1 0 1,0 0 0,0-3-2609,6 11 1,-3-12-2047,-8-21 1171,-7-2 4110,-30-51 903,3 2 405,4 4 1,-1-1 1436,-11-11-807,-7-7-704,7 6 71,4 0-1500,16 18-79,4 0-33,14 12 881,23-3-960,-2 1-59,16 1 1,4 0-15,6-1-315,0 0 0,2-1 341,-15 0 0,-2-1 44,9-4 0,0-4 48,7-12 0,-5-4 53,-16 11 1,-3-2 144,2-10 1,-7 2-14,-16 6 320,-11-1 16,-3 15 33,-3-1-476,5 6 609,2 4-676,4 11-22,0 13-17,0 17-5,3 18-15,0-22 0,3 2-92,4 16 0,2 2-684,0-8 1,1-1-26,-1 0 1,0-3-7050,8 16 7053,-13-36 1,0-3 0,-4-11 0</inkml:trace>
  <inkml:trace contextRef="#ctx0" brushRef="#br0" timeOffset="40178">11593 7514 23237,'12'27'-576,"-16"-25"1,30 34 0</inkml:trace>
  <inkml:trace contextRef="#ctx0" brushRef="#br0" timeOffset="40961">11967 7715 20991,'0'-4'4016,"0"1"-2913,0 3-1052,-5 24-40,2 9-17,-2 23 6,4-11 0,3 3-22,1-19 84,2 0 27,-1-15 124,0-9-67,0-16-23,3-20-84,-1 4 56,0-32-72,-3 32 16,3-25-34,0 34-16,15-9-6,-6 21-11,33 3 17,-22 7-3,6 5 0,0 2-3,-3 3-55,24 19-35,-22-9-402,12 13 89,-7-7-124,6-2 264,-13-16-3560,29-5 3812,-25-8 33,-1-2 1,0-2 33,-6-4 280,16-21-190,-27 14 421,6-19-326,-18 23 112,-2-4 3224,-20 16-3499,-9 9-5,-18 12-28,3 10-28,11-4-50,12 22 67,39-19-12,-3 7 3,14-27 1,4-6 2,-3-6 42,1-8 1,-1-4 7,-10-5 59,-4-8 1,-3-5 148,-8-13-93,-5 12 1,-2 0-9,-5-10 280,-12-1-342,9 27 23,-7-1-129,11 31 17,-1 4-6,1 42-11,1-5 0,0 4-922,0-10 0,1 3 918,-1 4 0,0 7 1,1 0-12,1 1 0,0 0 0,1 1 2,1-15 0,1 1 1,-1 0-1,1 2-1,0 6 0,0 3 0,-1-2 0,0-1-57,-2 5 0,-1-2 1,-1-3-33,0-11 0,-1-2 1,-6 0-248,-8 0 0,-7 2 0,-3-3 0,2-5 204,-4 3 1,-6-5 110,-1-6 0,-8 2 0,-1-3 0,7-7-320,4-7 1,0-8 371,-27-2 0,4-14-6,28-14 0,6-10-63,-1-12 0,1-9 0,3 2-646,6 12 0,3 1 0,0-6 698,3-6 0,0-10 0,2-3 0,1 5 0,1 10 0,1 4 0,1 3 0,1-11 0,0 0 0,1 0 0</inkml:trace>
  <inkml:trace contextRef="#ctx0" brushRef="#br0" timeOffset="41544">13563 7968 26110,'5'-29'101,"24"7"0,11 2-101,7 5 0,5 2-712,-13 2 0,2 0 0,1 0 717,13-2 1,2 0-1,-7 1 3,-9 3 1,0 0 0,9-2 1,6-2-1,-8 1 572,9-6-545,-22 7 1,-6-2 387,-16-6-407,-18 4 33,-38-16-16,-6 5 78,-2-2 0,-2-1 14,19 10 0,2 0-39,-4-2 0,4 1 305,6-1 800,18 14-1103,2 1 30,13 5-80,12 7-39,4 1 11,11 8 0,2 3-5,7 7-27,1 5 1,8 11-1,-6-3-444,-13-2 0,-2 1 446,4 5 1,3 5-1,-9-2-79,-13 0 0,-9 0-249,-9 1 0,-7-1-751,-5-1 0,-7-1 1098,-9 2 0,-1-5 0,-6 6 0,1-9 0</inkml:trace>
  <inkml:trace contextRef="#ctx0" brushRef="#br0" timeOffset="42227">15374 7971 19638,'5'-53'507,"1"0"1,0 0 0,-1 0 0,1-1 0,-1 2 0,0 2-62,-1 5 0,1 0 1,-1 9 867,-1-6-1185,-1-9 296,-3 52-380,1 39-6,1 19-49,2-17 1,1 6 0,-1-2-615,1 3 0,1 1 613,1 4 0,1 5 0,0-6 2,-3-9 1,0 1 5,0-1 0,-1 7 0,0 1 1,-1-3-2,-2-4 0,-1-2 1,0 3 4,0 2 0,0 5 1,-1-2-1,0-6-4,-1 6 1,-2-6-1,2-2 0,-2-9 584,1-21-570,-1-20-5,-3-29-3,2 5 0,0-5-402,-1-10 1,0-4 416,0-2 1,1-4 0,-1 3-748,0-7 1,0 0 740,2 13 1,0-3-1,0-1 1,1 4 5,-1 0 1,2 3 0,-1-2-14,2-2 1,-1-4 0,0 1-1,1 3-3,-1 4 0,1 2 0,1-1 3,0-9 1,2 0 0,2 5 418,2 8 1,3 4-433,3-5 0,4 3-15,2 8 1,3 5-6,29-3-104,7 21 118,-16 15 0,-2 6-2,14 9-10,-18 2 1,-3 6 14,-7 19-14,-16-11 0,-10 3 44,-25 3 1,-7-1-18,11-11 1,-4-2 159,-26 4 1,-3-7-160,23-15 0,1-4 865,-5 2 0,0-1-1002,-18 1-499,24-9-2341,29-9 2974,35-6 0,-13 3 0,12 0 0</inkml:trace>
  <inkml:trace contextRef="#ctx0" brushRef="#br0" timeOffset="42586">16238 7539 24073,'-43'16'69,"-1"-1"0,6-7 1,9 4 8,21 34 419,14-14-294,21 22-136,-6-24-372,13 5 395,-19-28-2560,12-5 2588,-13-5 180,14-13-141,-17-7 61,-1-23-156,-4 13 44,-9-18-10,-6 19-1,-12-7 180,5 16-291,-9 5 3385,8 15-3654,-8 18-432,12 2-913,9 18-5540,30 5 7170,-1-10 0,1-4 0,-15-17 0</inkml:trace>
  <inkml:trace contextRef="#ctx0" brushRef="#br0" timeOffset="42844">16727 7535 21847,'-28'-56'1365,"-1"0"0,7 9 0,3 11-1180,2 22-179,15 14 22,3 8-6,10 9 6,22 25-17,-4-8-677,3 4 0,1 1 661,-2-1-7,-3-2 1,-1 4-248,-10-7 1,-3-1 238,-1 2 1,-2 1-60,-1-4 1,-5 0-998,-13 4 1,-5-4-527,-5-1-1405,-5-3 1,-5-4 3006,-19-7 0,14-2 0,3-11 0</inkml:trace>
  <inkml:trace contextRef="#ctx0" brushRef="#br0" timeOffset="43011">16474 7739 14790,'14'-51'2188,"1"1"0,1 0 1,0 10-1085,3 18-74,2 0-851,-9 11 376,-8 17-371,-8 5 35,-13 27-102,-7 5-100,5-5 0,1 1-34,-7 17-1103,11-7 0,4 0-6131,5-5 7251,3-6 0,2-3 0,0-15 0,2 0 0</inkml:trace>
  <inkml:trace contextRef="#ctx0" brushRef="#br0" timeOffset="43295">17125 7677 23271,'2'-50'567,"0"-1"1,1 1 0,-1-8 0,1-1 0,-1 5-448,0-3 1,-1 3-467,1 0 0,-1 0 564,1-3 1,-2 7-85,0 2-8,-1 12 0,-2 4 338,-1 13-363,-2 5 41,3 13-103,0 33-39,2-2-11,3 9 0,0 9 0,1-4-271,-1-10 1,1 2 275,1 14 0,2 7 1,-1-6 2,-2-16 0,1 0-20,1 13 1,1 6 0,-1-6-17,-2-9 0,0 1-376,1 15 1,1 8-1,-2-9-73,-1-19 1,-1-1-1224,2 24 0,-2-2 944,-1-6 1,1-17 0,-1-17-1</inkml:trace>
  <inkml:trace contextRef="#ctx0" brushRef="#br0" timeOffset="43453">16965 7717 21573,'-4'-6'2092,"-7"-27"1,-1-4-1903,7 14-109,-1-19 0,8 1-81,26 20-16,10-2-211,-6 14 0,4 3-3200,11 0 0,3 2 3427,-5 0 0,-2 0 0,0 1 0,-6 1 0,-5-1 0</inkml:trace>
  <inkml:trace contextRef="#ctx0" brushRef="#br0" timeOffset="44820">17462 7571 19070,'-4'1'4083,"0"0"-1590,4-1-2012,20-49 46,-8 29-421,10-31 23,-15 44-90,-6 11-22,-1 2 5,6 24-5,-1 3-23,2 9 12,-1 8-17,-5 4 22,-1 0 0,-4 1 6,0-28 129,-2-10 117,2-17-196,0-12-50,1-4 11,0-19 5,2-17-21,3-8-206,1-2 205,4 24 1,2 2-12,7-8 5,4-8 1,4 21-6,1 15-11,24 1 22,-2 13-22,14 13-6,-21 6 17,3 21-17,-18 4 0,-2 16 14,-17-24 1,-4 2 109,-5-2 1,-3-1-102,-3 17 22,-5-17 6,10-31-51,6-15 39,3-14 12,6-13-34,3-11 17,-1 9-12,-3 10 1,2 1-23,5-4 6,10-10-6,-5 25 0,4 11 6,-4 8 0,17 17-17,-8 6-124,1 4 1,0 3-235,10 11 235,-19-16 0,0-1-1009,22 9 281,-10-16 72,16 1 376,-7-14 347,-3-11 90,-11-2 173,3-22-39,-19 11-1327,-5-9 1,-2-2 1488,-7 5 253,-10-29-325,-3 38 212,-28-6-246,5 17-67,-19 7-50,13 12-63,7 13 3404,13 6-3364,12 5-44,9-6 16,13 7-23,21-2-10,7-4 10,17-5-16,-17-17 45,14-15-18,-23-11-4,9-13 60,-18-9 29,-9-5 67,-5-13 140,-5 6-95,-3 8-101,-3 17-50,0 18-46,0 6-10,1 5-3348,0 29 3320,1-12-12,3 33-100,6-18-552,4-2 0,3 1-709,12 12 611,-5-18 0,1-4-471,18-5 560,5-16 533,0-16 358,-6-12 381,-10-9 398,-12-4 139,-7 1 2799,-7 10-2714,1-1-723,-3 17-263,0-1-140,-1 15 11,-1 20-56,0-2 28,0 23-39,0-11-12,1 10 12,1-6-11,0-6 16,0-9 180,0-10 27,1-10-145,2-12-45,5-12-5,7-16 5,7-13-17,-10 23 1,1-1 5,1 1 0,1 1 28,18-20 28,1 13 22,1 14-66,1 12-12,2 18-6,3 15-31,-17 1 1,-2 4 8,8 15-39,-12 2 0,-6 2-213,-5 1 252,-6 3 0,0 12 0,-1-12 0,-1-3 0,-1 6 0,0 0 0</inkml:trace>
  <inkml:trace contextRef="#ctx0" brushRef="#br0" timeOffset="45812">17882 8531 4097,'-59'-1'-187,"0"0"0,0 0 0,0-1 0,1 1 1,-1 0-1,0 0 0,0 0 0,-2 0 0,-1 0 1,0 0-1,1 0 0,3 0 0,2 1 1,5 0 0,-7 1 1,4 0 0,5 0 0,2 0-1,-16 1 1,9 0 0,-1 2 0</inkml:trace>
  <inkml:trace contextRef="#ctx0" brushRef="#br0" timeOffset="46253">17032 8705 8503,'-61'4'333,"0"1"0,0-1 1,0 0-1,1 0 1,-1 0-1,1 0 0,2 0 1,2 0-1,1-1 1,2 1 173,-4 1 0,2-1 0,3 1 1,6-1-208,0 0 0,3-1 94,-24 3 1,11-1 918,36-3-932,57-7-171,3 0 0,10-3-489,3 1 0,6-2 0,2 0 342,-7 1 0,1-1 0,2 1 0,1-1-35,-5 1 0,1 0 0,2 0 0,0-1 0,1 1-252,-6 1 0,1 0 0,1 0 1,1 0-1,0 0 0,0 0 228,3 0 1,1 0 0,-1 0 0,2 1 0,-1-1-1,1 1-143,2-1 0,0 1 0,1 0 0,-1 0 0,1 0 0,0 0 138,-8 1 0,1 0 0,0 0 0,-1 0 1,1 1-1,0-1 0,0 0-166,-1 1 0,1 0 1,0-1-1,0 1 1,0 0-1,0 0 1,0 0 167,8-1 0,1 0 0,-1 0 0,0 1 0,-1 0 0,-3-1-26,-1 1 0,-2 0 1,-1 1-1,0-1 0,3 0 3,1 0 1,4 0-1,1 0 1,-2 1 0,-3-1-1,-6 1-44,5-1 1,-6 1 0,4 0-330,0 0 1,6 0 0,1 0 0,-4 0 0,-11 1-794,-1 2 0,-7 1-1380,6 0 0,-17 4 1088,-44 5 1480,-16-2 0,-4-1 0,1-1 0,-5 0 0</inkml:trace>
  <inkml:trace contextRef="#ctx0" brushRef="#br0" timeOffset="46553">17037 8835 6434,'-50'9'1240,"-1"0"0,1 0 0,0 0 0,0-1 1,-12 4-1,3-2 0,-2 2-813,1 0 0,-5 1 0,4 0 1,8-2-732,2 0 1,8 0 544,6-1 0,9 0 403,19-4 936,28 1-1020,5-6 159,31-4 1,12-2-921,-23 0 0,1 0 1,7-2 265,-7 1 1,6 0-1,3-1 1,2 0-1,2 0 1,-1-1-442,-2 2 1,2-1 0,1 0-1,1 0 1,-1-1 0,0 2 0,-2-1 386,4 0 0,-3-1 0,1 1 0,-1 0 1,3 0-1,4 0-179,-8 1 1,4 0-1,3 0 1,1 0 0,0 0-1,-1 0 1,-3 0-1,-3 1 1,-6 0 183,13-1 1,-8 2 0,0-1 0,8-1-139,-15 2 1,6-1-1,4 0 1,3-1-1,0 1 1,0-1-1,-3 1 1,-3 0-1,-5 0 157,7 0 1,-6-1 0,-2 1 0,0 0 0,3 0-72,7-2 0,3 1 0,0-1 1,0 1-1,-3-1 110,6-1 0,-1 0 0,-3 0 1,-6 0-42,-11 2 1,-4 0 0,2 1-38,9-3 0,3 1 0,-9 1-3877,16 2-5383,-39 4 9264,-23 6 0,-5-3 0,1-1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01:54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1290 2781 20252,'-8'-49'725,"0"1"0,-1-1 0,1 1 1,0-8-1,0 2 0,0 17-809,-1 21-11,6 27 95,2 21 0,3 31-882,1-17 1,1 4 830,0 11 1,1 3-57,-2-17 1,-1 2 0,0 0-117,-1 4 1,-1 2 0,-1-1-351,-1-1 1,-1 1 0,-2-1 447,1-5 0,0 0 0,-2-3 192,-2 9 0,0-6 275,-6 7-68,0-44-27,-1-36-1,-4-28-157,8 16 1,0-6-630,2-1 1,0-5-1,0-1 558,1 0 1,0 1 0,1-1-14,0-2 1,0-1 0,1 0-63,0-4 1,1-2 0,1 4 84,2 10 0,0 1 0,1 0-63,-1-7 0,1-2 0,2 2 52,3 1 0,2 1 0,1 4-20,5-5 0,3 6-6,-1 5 1,5 6-31,33-1 39,2 24-6,-16 7 1,2 3-184,4 7 1,1 4 134,2 7 1,-1 4-28,0 7 0,-4 4 0,-6 5 0,-8 4 36,-16 12 0,-10 0 50,-3-15 1,-8-2 7,-19 2 0,-12 0 0,-1-4-311,-9-4 0,-2-3 307,10-5 1,-1 0-1,0-2-99,1-3 0,-1-2 1,3-2 61,0-3 0,2-4-664,-2 0 0,4-5-2371,-1-11 3063,25-16 0,12 11 0,2-2 0</inkml:trace>
  <inkml:trace contextRef="#ctx0" brushRef="#br0" timeOffset="741">1682 2911 23347,'50'-31'75,"-1"-1"1,-11 8 0,-1-2-1,-3 0-8,1-5 1,-2-3-1544,0-3 1,0-5-1,-2 2 1496,2-3 0,-2-3 4,-6 1 0,0-6 0,-4 3 274,-3-4 0,-4 0-259,-3 11 0,-1-1 1,-3 1 38,2-14 0,-7 3 45,-11 6 1,-6 3 823,-17-9-874,-8 15 89,5 26-156,14 18 22,-3 17-28,4 26-177,11 0 0,2 4 174,1-13 0,2 1-9,2 4 1,2 5 0,1-3-61,3 9 0,1-2 34,0-8 1,1 1 0,1 0-35,1-3 1,1-1 0,2 0-107,2-1 1,3 0 0,0-4 73,0 0 1,2-5-130,8 2 1,2-8-142,13-18 1,-3-18 1,0-6 249,17-11 100,-22-1 1,3-7-1,-3 1 71,-5-2 0,-1-1 1382,7-7 1,-2-2-1302,-9 4 0,-6 1 1483,1-18-1100,-13 19 1,-4 1-334,-5-3 95,-20 2-184,8 33 5,-13 3-61,5 13-17,-12 19-6,8 11 232,4 4-248,11 7-1,11 2-5,7-2 5,4-7 6,15-15 45,-2-21-28,4-3 17,5-20 38,4-18-15,-1-4 44,0-9 201,-16 2-184,-10 19 184,-5-3-235,-7 23-50,-5 3 0,-1 6 11,-11 20-45,9-6-16,-5 13-617,14 6 0,6 1-1725,10 9-1497,-1-2 1,5-3 3871,21-10 0,-13-14 0,-8-12 0</inkml:trace>
  <inkml:trace contextRef="#ctx0" brushRef="#br0" timeOffset="3065">3273 2540 16118,'0'-4'7505,"0"0"-5987,0 4-1417,-67-41-40,36 45-33,-13-16 0,2 7-22,11 49-51,6 9-106,10 5-342,15-1-436,17-5-713,15-10-721,14-17 979,-5-12-434,-6-18 1,1-5 1117,16-14 711,-15 4 0,-1-3 695,-8 0 0,-3-1 372,-3 0 0,-2-2 627,-2-3 1,-3 0-809,2-8 441,-7-6-397,-14 25-319,-4 1-269,-5 9-168,-2 3-118,0 11 476,-1 7-537,4 3-17,1 21 11,12-9-11,20 16 22,0-22 28,27-4-5,-10-17-12,9-11 0,-3-9 18,-8-11-12,-11 2 50,-9-9 51,-15-5-40,-9 2-10,-13-3 22,-9 18-34,-5 11-28,-1 8-22,4 12-23,6 8 17,4 13 1,7 10-29,4 9 11,6-6-59,6-7 1,5 0-255,13 15-158,-3-14 0,5-1 23,4-8 0,3-4-128,4-5 0,1-2-73,21 1 58,-21-15 0,0-5 149,1-7 0,-1-3 465,1-1 0,-2-2 125,3-6 1,-3-1 557,7-19 296,-16 0 56,-13 4-581,-7 12 666,-7-2-582,2 15-180,-3-2-252,2 11 185,1 3-313,1 8 76,0 9-60,0 15-6,-1 13-16,-2 11 0,-1 6-209,-1 1 214,-1-8 23,3-14 34,1-18 10,3-16-33,4-32-22,3-4 5,6-23 6,3 10 11,2 1-6,-2 14 254,6-3-248,-5 15-11,8-2-17,-3 12 0,2 6-11,3 11 0,-6 2-1,10 30 18,-17-15-3,-3 7 0,-3 3 2,-6 5 6,-4 13 1,-3-23 66,0-16 34,3-12-84,4-15-11,5-12 28,11-24-45,-1 12 22,15-18-5,-5 22 11,7-4 11,2 9-11,-4 10-17,-4 8-22,-4 8 5,-2 10 18,0 10-1,0 12-6,-2 6-16,-2 4 0,-4-5-6,0-6-28,5-10-5,10-11-45,15-12-40,17-7 107,-26 2 0,0-1-111,1 0 1,-1-1 155,23-10 5,-18 1 6,-18-1 28,-14-2-6,-15-3 18,-7-3 49,-9-3 172,7 10-205,-6 2-73,14 15 6,-5 2 17,3 11-12,-6 15-22,5-3-11,-1 6 22,8-3 6,1-8-23,1 3 17,1-11 40,1-6 78,0-1-107,2-4-11,0 1 28,1-3 6,-1 2 0,-1 0-28,0 0 16,-2 1-21,-1-2-1,-2 2 6,-2-1-51,1 2 40,2 0-18,1 1-4,1 0 27,-3 3-17,1 3 29,0 4-23,2 1-34,6 1 34,7-2-6,10-3 34,12-3 6,10-6-31,-12-1 0,1-1 8,12-3-11,12-8 22,-35 2-11,-3-4-11,-10-3 12,-9-2-1,-16-4-6,3 8 1,-17-4-6,6 12 28,-5 0-17,2 5-22,-1 12-23,10 0 1,-6 17 33,7 5 0,-2 13-17,4 10 0,7 5-16,15 3-68,17-3-78,19-12-218,-14-27 0,1-6 265,3-3 1,1-5-105,8-8 1,-2-5 112,13-6 61,-19-1 1,-5-4 44,-5-10 68,-3-9 27,-16 1 163,-14-3-96,-1 10-49,0 5 524,5 12-408,4 2-122,1 5-84,3 3 16,4 13-16,0 4 5,5 18 11,-6 5 12,0 11-32,-9-14 1,-2-1 9,0 6-7,-7 4-5,9-31 11,1-6 17,7-7-5,16-21-1,5-7-16,5-7-6,1-5 11,-7 10 0,7-4-5,1 10 33,4 10-33,-3 12-1,-3 7 12,-2 15 11,-7 8-3403,13 19 3375,-12-13-111,18 13 116,-21-31 12,27 3 6,-2-19-15,-8-8 0,0-4-11,-5-2 1,-2-4-326,5-11 0,-6-3 333,-11 8 1,-4-3-1,1-14 1,-4-2 1512,-3 6 0,-2-2-1492,-2-1 0,-1-3 0,-1 4-61,0 2 1,-3 3 76,-3-12 0,-3 8 25,-2 19 90,-7-3 946,9 15-1075,0 2-6,4 15 1,3 31-7,0 21-250,0-26 0,-1 3 223,0 11 0,0 4 1,0-11 1,-1 3 0,1-2-14,-1 10 1,1 2-133,3 5 0,1 6 0,2-10 29,-1-19 0,2-2-303,8 25 1,4-4-1483,12-16-1461,10-9-6459,11-39 8271,-20-1 1,-1-13 0,-24 18-1</inkml:trace>
  <inkml:trace contextRef="#ctx0" brushRef="#br0" timeOffset="3231">6151 2532 19759,'-7'-1'4212,"1"0"-2689,6 1-83,0 0-1396,55 1-167,-13 5-761,3-3 1,1 1-8948,16 5 8305,-20-4 1,-13-3-1,-21-2 1</inkml:trace>
  <inkml:trace contextRef="#ctx0" brushRef="#br0" timeOffset="3873">1343 3459 11458,'-11'0'6306,"2"0"-4524,9 0 413,0 0-1337,13 0-220,31-4-417,-4 1 0,8-1-966,-3 1 1,8-1 0,2 0 0,-4 0 775,3 0 1,-2 1 0,5-1-8,-2 0 1,5 1 0,3-1-1,1 0 1,-4 0-467,-7 1 1,-1 1 0,-2-1 0,1 0-1,1 1 450,1-1 0,-2 0 0,1 0 0,3 0 0,4 0-189,-5 0 0,5 1 1,2-1-1,2 0 1,1 1-1,-1-1 1,-1 1-1,-3-1 182,-2 1 1,-2 1 0,-1-1-1,-1 0 1,2 1 0,2-1 0,2 1-101,-4 0 1,3-1 0,2 1 0,1-1 0,1 1 0,0 0 0,0 0 0,-2 0 0,-2-1 0,-3 2 100,7-1 0,-3 0 1,-1 0-1,-2 0 1,0 1-1,0-1 1,0 1 0,-1-1 0,-1 1 0,-1 0 0,1 0 1,0 0-1,1 0 0,1 0 1,0 0 0,0 0 0,2 0 1,0 1-1,1-1 0,-1 0 0,0 0 1,-1 0 3,6 0 1,-1 1 0,1-1 0,-1 0 0,0 0-1,0 0 1,0 0-5,1 0 0,1 0 0,1 1 0,-1-1 0,-1 0 0,-2 0 0,-2 0 93,-3 1 0,-1-1 0,-2 0 1,-1 0-1,0 0 0,0 0-195,9 0 1,2 1 0,-2-1-1,-4 0 1,-5 1-380,-4-1 1,-6 0-1,5 1 477,14 0 0,9-1 0,-5 1 0,-19 0 0,-16 0 0,-7 0 0</inkml:trace>
  <inkml:trace contextRef="#ctx0" brushRef="#br0" timeOffset="7896">6973 2485 18414,'0'-9'2840,"0"-33"0,-1-5-2583,-1 22-159,1-22 0,-2 7 48,-2 34-12,0 3-128,0 5 0,-6 22-23,4 9 0,-1 23 6,9-1-45,11 1 11,12-2-130,8-5-96,2-5-130,-7-7-183,-12-6-99,-20-7 90,-17-4 273,-17-8 233,-5-7 101,5-16 0,13-15 73,14-18 191,15-15-11,-1 28 0,2-1 344,4-28-22,-4 12 9,-8 15-400,-1 14 317,-5 8-436,4 13 194,-3 12-118,1 21-121,-4 22-65,1-2-1079,1-1 0,-2 4 1120,1-8 1,-1-2 0,3-3 0,0-4 0,-6 19 0</inkml:trace>
  <inkml:trace contextRef="#ctx0" brushRef="#br0" timeOffset="8674">8257 2535 16032,'-59'2'1753,"0"0"0,7-1 0,6 0-599,8-1-610,17-1-471,20-1 28,25-1-39,30-3-54,-12 1 0,5-1-690,12-1 0,3-1 678,-15 3 0,2-1 1,0 0-520,4 0 1,0-1-1,-1 1 517,0 0 1,-1 0-1,-2 0-2,-4 0 1,-1 0 0,-2 0-5,7-1 0,-5-1 68,8-6-39,-44 0 11,-38-4-3,0 7 0,-5 0 207,-8-3 0,-4 1-104,-4-2 1,-2 2 89,1-1 1,1 2 804,6 0 0,3 2-711,9 1 1,4 0 175,-5-4-306,22 2 0,23 3 781,31 4-144,-4 5-374,1 3 0,2 3-219,-7 3 1,0 1-36,0 0 1,1 2-116,15 12 0,-2 5-207,-22-7 0,-2 4-524,8 11 0,-7 4-1636,-20-3 0,-9 0 2232,-3-2 0,-4-2 0,-9 10 1,4-20-1</inkml:trace>
  <inkml:trace contextRef="#ctx0" brushRef="#br0" timeOffset="10497">10538 2220 15097,'-13'-44'1649,"0"-1"1,0 0 0,0-3 0,-3 5-945,-13-1 0,-3 9-89,1 15 76,-20-3-2242,21 36 0,3 8 2424,-5 5-420,1 12 0,3 9-117,13-4 1,5 4-146,0-3 1,1 4 0,0 2-80,2 9 0,0 1 1,2 3-148,1-10 1,2 0 0,-1 2 0,1 1-461,0 2 1,1 1 0,0 2 0,0 1 17,0-3 1,2 2 0,-1 1 0,0-1 0,0-3 32,-2 3 0,0-3 1,0 0-1,-1-1 207,0 1 0,-1 2 1,0-4-1,-2-6 77,-2 4 0,-6-11 482,-29 4 288,2-50-373,9-18 0,2-10-220,6-7 0,4-7 18,6 2 1,2-3 0,3 0-18,1-8 0,5-1 68,3 8 1,1-3-1,3 3 118,2-8 0,2 0-189,0 12 1,0-1 0,4 1-65,6 0 1,2 0 0,0 4 78,2-1 0,3 4 192,16-9 0,5 6 80,-9 18 1,3 4-48,9-5 1,7 2-588,-3 4 0,4 2 0,-4 0 333,-2 2 0,-1 0-340,2 0 0,3-2 0,-8 2-370,7-4-1176,-5-2 1,-2-2 186,-1-8 1760,-16 7 1,-5-1 321,-12 0 2966,-22-2-2055,-13 12 169,-2-1 134,-7 2 3734,6 2-4623,3 0-436,4 1-282,12 4-83,3 3 623,10 11-716,4 5-2,9 16-138,3 11-256,-4-4-72,-1 21 79,-11-6 455,-4-12 0,-2 1-1231,-7 21 1584,-1-9 49,-9-25 344,9-21 331,-3-8-155,9-16-619,9-13 83,2 2-6,19-10 126,18 3 165,-5 6-361,0 7 0,2 2 1183,-1 3-1252,8-2 1,3 0 264,-21 8 1,-2-1-52,8-1 1,-1-1-100,-5 2 1,-3 0 56,0-2-233,8-13-260,-30 12-331,-2-5-21,-27 12 14,7 4 121,-23 13 220,15 8-126,-6 15 68,14 5-62,7 5 115,5 0 58,10-3-171,6-5-206,10-8-62,10-10 283,10-8 259,12-15 209,-24-1 0,-1-2 363,20-11-227,-18 0 0,-4-2 256,-4-1-180,-13-13 1,-8-2-289,-14 11-145,-20-9 0,-8 4-258,1 19 159,-3 1 0,0 3-241,3 8 212,1 10 177,13 7 19,13 13-286,15 6-516,11 7-946,16 3-1653,13-1 1979,-4-12-1582,-2-16 1,1-4 477,3-3 210,5-6 1,1-5 2475,2-11 1186,-16 2 1,-1-3 2974,7-15-333,-12-3-2280,-14 6 1396,-6-10-2042,-7 13-814,0-3 423,-4 6 92,0 12-1391,-1-2 446,2 10 118,1 10-236,3 8 167,0 14 46,2 8-9,0 5 94,-3-1 47,-1-13 36,-1 2-341,0-21 327,3 1-57,5-21 358,9-7-19,0-4-10,8-10 42,1-2-25,0-1-39,3 0-28,-8 14 119,3 7-298,0 6-33,3 9-107,0 7-84,-3 10-107,-1 9-81,-3 6-62,-2 2-51,0 0-114,-1-5 48,0-8 180,0-12 169,-2-7 229,17-21 213,-3-3 21,14-16 23,-7 0-14,-7 0-142,-9 3-61,-8-1-179,-7 14-119,-3 0-464,-2 14-7875,0 1 8414,0 10 1,0-6-1,0 5 1</inkml:trace>
  <inkml:trace contextRef="#ctx0" brushRef="#br0" timeOffset="11290">10835 2457 22341,'-19'-39'1053,"7"17"-969,59 58-39,-6 8-408,-20-18 0,-1 1 371,-1 3 1,-3 1-4,-2 1 1,-4 1-6,-4-2 0,-3 1 103,-12 22 295,-12-15-152,-11-15 275,-8-15-197,13-10-8,-4-13-98,19-9 233,1-14-447,12-8-18,12-3-40,16-1-167,16 6-559,-16 23 0,2 2-1525,5 2 0,1 2 2335,-3 2 1,-2 3 0,2-1 0,-21 7 0</inkml:trace>
  <inkml:trace contextRef="#ctx0" brushRef="#br0" timeOffset="12247">12717 2451 15489,'2'-59'1532,"0"0"1,1 0 0,-1 5 0,1 1 0,2 7-871,4 11 1,1 5 431,10-24-300,-4 14-6,-5 15-86,-5 14-187,-4 17-612,-3 49 417,0-12-842,-1 8 1,-1 2 564,-1 5-126,1-5 0,0 3-325,1-8 0,1 0-317,1 12 0,2 3-887,4-19 1,1 1 0,1-2-3305,2 6 1,1-3 4390,1-4 0,0-6 0,-1-6 1,-9-23-1</inkml:trace>
  <inkml:trace contextRef="#ctx0" brushRef="#br0" timeOffset="13490">12687 2585 32285,'17'-41'-584,"0"0"0,-3 2 0,5 12 3,29 31-513,-7 3 1,1 2 717,-10-4 0,0 0-491,13 5 1,-3 0-1115,-3-6 1820,-12-2 313,-2-6 877,-23-4 302,-9-7-1113,-2 3-598,-5 0 450,-2 5 355,3 4-201,-3 1-98,6 6 37,4 9-41,10 3-86,4 0-102,17 0 166,16-6-1,4-2-51,12-9 58,-14-8-79,-7-10 366,-10-6 162,-13 2 7,-12-15-513,-11 12-330,-10-10 124,-7 16 262,3 7 223,-15 7 70,18 7 394,-19 17 337,23 5-298,-5 19 12,14-8-591,7 13-252,5-17-505,4 8-342,34 5 0,10-4-851,-2-13 1341,-13-4 0,5 1 0,-5-11 93,14-29 815,-6-13 118,-7-8 62,-8-6 63,-10-2-70,-8 1-565,-6 13-284,-2 1-407,-4 19-735,1-1 855,0 13-105,3 8-249,11 19 133,3 7 98,2 6 443,-8-9 0,-1-2-76,-2 2 120,-2 3 0,-1-1-33,-3-4-313,-2 8 515,0-24-8,1-16 246,3-5-37,11-25-4,2 4-13,6-7-129,1 9 1,1 3 142,6 3 53,18-13-33,-11 30-295,-14 10-33,9 9-57,-12 7-192,1 4-121,3 3-137,7-2 0,6-2 134,9-7-22,7-7 347,8-6 282,-31-7 1,-1-1 665,20-3-348,-18-4 0,-4-3 177,-2 0-326,12-21-451,-32 16-235,-7-6-375,-9 13 65,-26 4-90,1 10-78,-14 5 335,13 7 450,11 4 316,11-4 197,9 11-279,10-7-309,5 7-120,10-5 174,7-3 130,7-8 156,5-6-91,2-15 179,-3-10-45,-7-14-26,-9-10-73,-9-12-565,-10 23 0,-2-2 293,-1-5 0,0-1-90,-1-4 1,0 0-129,0 10 1,0 1-89,0-10 0,0 2 270,-1-1 376,-1-7-162,0 32-88,-2 14 64,1 9 554,-1 7-213,-4 33-2863,2 9 2455,2-22 0,1 5-246,3 21 1,3 2-840,2-10 0,2 1-1396,0 0 1,2 3 0,0-2 2362,6 9 1,0-5 0,-4-16-1,-1-4 1,3 5 0</inkml:trace>
  <inkml:trace contextRef="#ctx0" brushRef="#br0" timeOffset="14029">16365 2402 22778,'-21'-53'625,"1"0"1,-1 4 0,-6 7-476,-2 22 1,-3 6-41,0 2 0,-1 2 21,-27 1-47,11 18-6,16 12-9,15 16-10,16 10-35,14 9-41,0-24 1,4 0-529,5 2 1,3-1 514,6 3 1,3 0-9,7 1 0,2-1-375,4 1 1,2-1 380,2 0 0,-1-2 20,-3-4 0,-3 0 10,-8-5 1,-5-2 48,1 10-8,-41-13 25,-33-11-23,7-8 1,-3-3-5,-8-2 0,-2-3-167,-4-3 0,-1-1 137,0-4 0,1-1-11,3 0 0,3-4-1485,4-2 0,6-1 469,-6-6-6899,27-5 7904,31 24 1,-3 0 0,1 7-1</inkml:trace>
  <inkml:trace contextRef="#ctx0" brushRef="#br0" timeOffset="14523">16762 2550 26563,'14'47'-126,"0"1"0,3 1 0,2 0 61,4-1 0,3-1-707,1 2 0,-1-1 737,-5-10 0,-2-1-63,2 12 0,-6 0-75,-8 6 322,-7-19 1,-5-3-447,-19-4 321,-11-18-165,-1-26 96,-2-17 41,18 5 1,3-4-561,-2-7 0,2-3 589,0-7 0,2-5 18,5 6 0,1-4 0,2 3-7,-2-3 1,2-1 30,2-4 0,2-6 0,0 10-33,2 17 0,0 1 30,1-26 1,2 0 250,5-1-312,-1 27 1,3 2-37,20-12 14,13 20-9,14 18 2,-22 10 1,0 4 7,22 8-717,-5 17 1,-3 4 724,-4 2-10,-1 4 1,-6 2 757,-18 5-719,-20 6-12,-33-13-16,3-25 1,-5-6 200,-6-2 0,-3-3 98,-4-2 1,0-3-5,1-3 0,1-2-177,4-2 1,2-2-957,8-2 0,3-3 929,-6-15 1,20 12-1,13 0 1</inkml:trace>
  <inkml:trace contextRef="#ctx0" brushRef="#br0" timeOffset="14939">17247 2406 24130,'44'21'-6,"1"0"1,0 0 0,-2-9-4763,4-20 4782,-10 1 1603,3-19-1582,-30 12 929,3-18-958,-11 15-22,-12-28 74,-2 21 264,-13-13-129,6 24 3608,-7 6-3211,4 5 104,-9 12 146,10-2-23,-8 23-266,18-13-223,-3 22-224,15-7-622,16 22-220,-1-16-1789,7-5 1,4-3 1363,0-4 236,3-3 1,2-3-624,5-5-1709,7-6 1,4-3 3314,-8-5 1,-2-1 0,-2 1-1,-2-1 1,12-3 0</inkml:trace>
  <inkml:trace contextRef="#ctx0" brushRef="#br0" timeOffset="15340">18118 2449 22730,'-8'-47'577,"-1"0"0,-4 3 1,-4 10-411,-18 19 687,-11 11-134,5 17-194,9 4-66,-4 16-192,11 3-288,11-7 1,1 3 252,-1 24-208,12-24 0,4-1-289,8 8-255,24 1 37,12-14 312,-5-9 0,4-3 109,-3-5 0,2-3-301,9-3 1,0-4 476,-9-4 1,-2-6 88,3-15 1,-3-5-14,-14 5 1,-4-1-16,-1-5 1,-5-2 42,-10-2 0,-6 0 65,-7-16-411,2-1-46,-6 18 132,4 22-97,2 6-79,0 1 882,3 14-703,0 0 64,0 41 46,0-22-42,-1 6 1,2 2-49,0 11-748,4 13 317,3-13-1113,9 8-8269,13-8 8316,-8-10 1,1-8 0,-18-23 0</inkml:trace>
  <inkml:trace contextRef="#ctx0" brushRef="#br0" timeOffset="15512">18607 2139 23719,'-6'-5'2687,"0"1"-2423,6 4-1526,0 0 1369,-38 1 1,29-1 0,-29 0 0</inkml:trace>
  <inkml:trace contextRef="#ctx0" brushRef="#br0" timeOffset="16396">18995 2212 20049,'0'-7'1550,"-8"-24"0,-5-6-1000,-4 7-170,0-9 0,-1 3 32,-6 15 99,5 10 64,4 17 545,3 16-2806,4 10 0,1 4 2147,-3 22-216,3-2 1,0 5-528,2-8 1,0 2 365,1-8 1,-1 4 0,1 0-129,0 2 1,1 2-1,0 0-471,0 1 0,0 0 0,1 1 75,1 0 0,0 1 1,-1 0-163,0-1 1,-1 0-1,0 0 311,-2-1 0,0 0 0,-2-2 43,-1-5 0,-2-1 0,0-3 1070,-1 6 1,-3-6-752,-7-9 1,-3-10 942,-14-23-970,0-32 0,3-14 33,11-1 1,6-6 45,1 0 1,1-5 0,7 1-87,7 7 0,6 1 1,2 0-62,3-1 0,3 1 0,2 3-89,4-8 0,6 2-4,3 9 1,6-1 0,0 5-51,6 1 1,2 3 153,-2 3 1,2-2 0,1 2-363,3 5 1,1 1-1,-3 2 451,2-1 0,-1 1-40,15-6 1,-3-1-35,-3-3 216,-3-5 10,-24 8-43,-20 7 975,-14 4-999,-4 5 3402,-1 3-3230,6 1 228,3 4-678,3 2-63,1 6 38,0 12 77,0 13 71,-1 13-102,0 7 23,-1 4-80,1-1-207,4-1-620,4-6-2107,5-9 3095,4-10 0,-6-13 1,-1-6-1</inkml:trace>
  <inkml:trace contextRef="#ctx0" brushRef="#br0" timeOffset="16574">19465 2185 28675,'-20'-6'-1349,"7"4"1,18 21 0,0-8 0</inkml:trace>
  <inkml:trace contextRef="#ctx0" brushRef="#br0" timeOffset="16807">20037 2276 23432,'0'-4'3397,"0"1"-2913,0 3 1766,-68-25-1365,30 23-490,-8-8 1,1 6 129,6 26-402,12 13-277,12 9 278,15 7-202,14 1-1131,14-2 191,13-5-690,7-9-1897,4-12-6226,1-11 7777,-17-8 0,-11-5 1,-18 0-1</inkml:trace>
  <inkml:trace contextRef="#ctx0" brushRef="#br0" timeOffset="23142">11118 3288 15597,'-54'-10'1223,"-1"0"0,3 1 0,7-1-372,10 0-442,9 2 330,20-2-571,29 3-79,7 1 1,6-1-1081,3 2 0,5 1 1,3 0 1008,-1 0 0,4 1 0,1 0 1,0 0-19,9-1 0,0 1 0,6 0-16,-14 1 0,5 0 0,3 1 0,1 0 0,-2 0 0,-3 0-401,-2 0 1,-3 0 0,-1 0 0,1 1 0,4-1 380,-3 0 1,1 1 0,3-1 0,1 1 0,0-1 0,1 1-1,-1-1-83,1 1 1,2-1 0,1 1-1,-1-1 1,-1 1 0,-2-1 0,-2 1-341,4 0 1,-3-1-1,-2 1 1,2 0-1,4 0 103,-3 0 1,3-1 0,2 1 0,0 0-1,1-1 1,-2 1 0,-3 0 277,-1 0 1,-2 1 0,0 0 0,-2-1-1,-1 1 1,-3-1 0,9 0 0,-3 0 0,-2 1-1,0-1 1,-4 1 0,1-1 0,-1 1 0,0 0-1</inkml:trace>
  <inkml:trace contextRef="#ctx0" brushRef="#br0" timeOffset="23709">16662 3474 15782,'-10'0'1445,"2"0"-73,8 0 661,0 0-1518,73-11-1887,-23 8 0,6 0 1429,-10 1 1,5-2-1,2 1 1,1 0-21,4 2 1,1 0 0,2 1 0,0-1-389,-8 1 1,1 0 0,1 0-1,0 1 1,1-1 368,2 1 0,1-1 0,0 1 0,1 0 0,-1 1-351,2-1 1,1 0-1,-1 0 1,1 1 0,0-1 343,0 1 0,0 0 0,0 1 1,0-1-1,0 0-193,0 0 0,0 0 0,0 0 0,0 0 0,-1 0 190,-1 0 0,0 0 0,-1 1 0,0-1 0,-1 0-7,-2 0 0,0-1 0,-1 1 0,0 0 0,-1-1-1,9 2 0,-1-1 0,-1 0 0,-1 1-3,-5-1 0,-2 0 1,0 0-1,-2 0-46,9 1 1,-2 1-1,-2 0-121,-9-1 0,-2 1 0,-2 1-4746,5 1 1,-5 2 4645,7 2 0,-29-2 0,-18-6 0</inkml:trace>
  <inkml:trace contextRef="#ctx0" brushRef="#br0" timeOffset="26276">2483 5258 13620,'-7'0'6135,"1"0"-5604,6 0-254,0 0-274,7-32-302,43 16 122,-12-5 0,6 0-500,-3 13 1,5 5 0,0 0 616,1-1 1,2 1-1,-2 0-41,-1 2 1,0 0 0,-3 2-124,11 3 0,-5 3 86,13 6 415,-58 31-53,-23-23 0,-10 0 84,-17 13 0,-6-1-590,5-8 1,-4-2 679,-4-1 0,-5 0 0,4-2-593,1-1 0,1-1 398,7-2 1,-2 0 0,6-2-71,6-3 0,7-2 1139,-1 1-1151,26-6-140,45-9-229,22-7-146,-12 2 0,5-2 294,2-3 0,1-1 94,0-1 0,-2-1 43,-7-1 0,-4-2 39,-10 1 1,-7-3 1376,2-24-1231,-30-3-6,-18-1-24,-12 2-14,-4 5 124,3 7 12,5 9-135,9 8 461,9 9-932,10 6 1506,10 5-921,4 3 4,18 12-107,7 8-137,-6 1 1,2 3-492,-4-1 0,-1 4 287,5 7 0,-5 4-655,-10-1 0,-7 3 779,-8 8 0,-5-2 0,1 8 0,-14-4 1</inkml:trace>
  <inkml:trace contextRef="#ctx0" brushRef="#br0" timeOffset="33335">4836 5524 24223,'-4'-35'120,"-1"0"0,-1-20-64,53 73-44,-20-3-1,14 17-9,-15 3 1,-2 4 5,-5-9 1,-2 2-241,12 21 1,0 2 211,-11-12 0,-2-1-16,-2-9 0,-2 1-183,1 9 1,-1 0-516,-5-7 1,-3 0-3435,-2 21 1,-4 0 3641,-3-16 0,-1-2 1,0-3-1,-1-5 0,-4-8 1</inkml:trace>
  <inkml:trace contextRef="#ctx0" brushRef="#br0" timeOffset="33818">4852 6262 11077,'-4'-4'7471,"1"0"-5443,3 4-897,-29-71-676,28 37-411,-13-8 1,7 1 28,38 7-50,14 7-320,-12 10 0,6 0 148,17-5 1,4 2-520,-5 1 0,1 2 505,1-1 1,0 2-300,-1 0 0,-2 0 2,-11 5 1,1-1-192,11-4 0,0-1 662,-18 5 0,-4 0 66,18-10 29,-38 11 580,-20 2-132,-7 5 1207,-8 1-708,-6 4-47,8 3-428,-5 6 88,9 6-168,-10 15-397,10-6 56,-3 26-90,16-19 11,9 13-44,5-18-12,32 3 12,0-19-23,-11-3 0,2-3 56,26-13 51,-7-9-28,-17-4 145,-9-14 241,-21-7-196,-12-2-67,-18-6-123,-4 21 16,-16 1-11,-3 14-123,5 3-168,5 8-33,24 8-5104,14 17 5333,9-4 0,-3 4 0,2-13 0</inkml:trace>
  <inkml:trace contextRef="#ctx0" brushRef="#br0" timeOffset="34217">7000 5722 19227,'0'-5'3209,"0"0"-2072,0 5-980,-77 48-1333,42-17 1101,-4 3 1,-7 9-1,7-3-132,18-11 0,2 2-2165,-8 16 1,-3 6 0,3-4 1782,7-10 0,2-3 0,-4 9 0,3-5 1,5-8-1</inkml:trace>
  <inkml:trace contextRef="#ctx0" brushRef="#br0" timeOffset="34576">6568 5704 20744,'-43'-13'599,"-1"0"1,5 2 0,7 8-505,14 18 0,6 12 17,5 8-50,6 4-12,10 1 6,7-4-11,6-8 128,0-9 152,-4-11-50,-3-13-96,-3-12 39,-1-12 29,-2-8-29,-3-2-16,-4 2-113,-4 11 90,-3 1-212,-1 17-68,-1 1 28,4 12-985,0 22-107,2-7 1165,6 31 0,-3-35 0,4 9 0</inkml:trace>
  <inkml:trace contextRef="#ctx0" brushRef="#br0" timeOffset="34910">7060 6062 23836,'-28'48'163,"11"-5"21,27-26 57,8-5-11,4-11-12,2-9 73,-1-8 29,-6-6 5,-7-3-56,-13 1-124,-10 3-5,-9 4-39,-6 4-50,0 7-40,5 3-78,7 6-409,7 6-2487,6 8 2963,6 3 0,-2-6 0,4-5 0</inkml:trace>
  <inkml:trace contextRef="#ctx0" brushRef="#br0" timeOffset="35550">8824 5793 15939,'0'-5'5242,"0"1"-3046,0 4-2106,-56-52-57,19 44-25,-7-14 1,-3 3 5,15 26 0,-1 7 47,-14 1 1,0 1-439,14-5 0,1 0 497,-11 2 1,3 0 24,6-1 171,4-2-260,17-2 248,10-1-186,3 3-57,1 1 57,1 6 431,1 5-448,0 13-3359,-3 23 3292,-1-15-4,-1-9 1,1 2-86,0 15 60,0 10-5,8-5-5,13-3-7,-1-22-32,22-1-74,-2-22-280,18-5 6,-8-6-3733,5-7 0,-2-2-681,-11 0 4806,2-1 0,-8 1 0,-27 6 0,-2 1 0</inkml:trace>
  <inkml:trace contextRef="#ctx0" brushRef="#br0" timeOffset="35710">8533 6147 15855,'-52'-20'2192,"0"1"0,7 2 0,5 3-1750,3 6 236,12 2-398,14 3-275,4-1-78,29 0-403,19-1-56,11 0-471,-13 1 1,4 2 1002,9 0 0,-3 1 0,3-1 0,5 2 0</inkml:trace>
  <inkml:trace contextRef="#ctx0" brushRef="#br0" timeOffset="36284">9314 6067 24441,'-6'-13'521,"0"2"-532,6 11 5,0 0 73,4-5-50,-2 0 45,4-8-12,-4 2-28,1-2 12,-2-1 16,-1-7-27,0 4-1,0-11 68,-1 8-6,0 0 124,-1-2-3248,-2 2 3242,-1 0-40,0-1-5,1 4-56,0 3-34,2-4-33,1 7 22,1-4 3409,-1 5-3381,1-5-62,0 8 0,-1 1-10,1 5-63,0 1 40,0 6 33,0 5 1,0 11-18,0 8-10,0 10-1,-1-4 6,-4 20-22,-2-1-398,2-9 1,-1 3 282,1-7 0,1 2-283,0 6 0,1-1-415,1 12-2610,2 0 2916,1-24 0,0-9 0,0-11 1</inkml:trace>
  <inkml:trace contextRef="#ctx0" brushRef="#br0" timeOffset="36583">9060 5758 25141,'-4'-31'246,"16"4"-200,50 16-18,-26 5 0,0 0-885,25-3 879,-2 0-1878,-8 2 0,-1 1 1834,-3 0-77,0 0 1,-6 2 209,-30 5-111,-11 7 0,-1-5 0,-8 5 0</inkml:trace>
  <inkml:trace contextRef="#ctx0" brushRef="#br0" timeOffset="42355">4606 5519 8816,'-5'-3'7765,"1"2"-4154,4 1-2140,-54-5-460,41 4-279,-41-5-187,53 6-388,0-1-75,3-1 280,6 1-53,8-1-132,12-1 16,9-2 5,11-1-224,10-3 274,-24 4 0,1 0 23,3-2 1,2 0-97,2 0 1,1 1 194,1-1 0,-1 1-11,-3 0 0,-1 1-3,-4 1 0,-3 0 315,15-2-39,-19 3-27,-14 2-23,-10 1-385,-3 1-638,-1 1-224,1 2-149,0 0 246,1 1-452,-1 0 140,0-1 91,0 3 293,-2 1 467,-1 0 463,-9 9 311,0-2 68,-6 10 168,3-1-158,3 4-201,3 3-299,5 4-355,1 6-141,4 6-335,1 6-488,0 7 403,0 1 97,-2 1 182,-2-1 157,-1-1 148,-1-1 46,1-2 84,2-5 19,4-5-134,0-15 0,5 6-159,-5-17-34,3 5-33,-5-13 8,-1-7-106,-1-3-1772,0-3 0,1 0 0</inkml:trace>
  <inkml:trace contextRef="#ctx0" brushRef="#br0" timeOffset="42880">4921 5573 11400,'-4'-2'6689,"1"0"-1033,3 2-4101,-38-34-1895,28 25 158,-28-25 93,38 34 844,0 0-8,8 0-48,5 0 141,18-3-650,-7 1 789,15-5 22,-11 2 33,8-3-710,-2 2-58,-3 1-90,-6 3-48,-6 7-354,-8 5-459,-6 10-132,-8 10 315,-2 10 11,-3 9 95,1 8 190,5-26 1,0 2 2,1 9 0,0 1-1604,1-5 1,0 0 1908,0-1 0,0-1 45,0-2 1,0-2-230,2 21-28,1-14 0,0 0-198,4 11-215,1-14 1,1-3-738,0-10 1146,12 14 1,-15-29 0,4 1 0</inkml:trace>
  <inkml:trace contextRef="#ctx0" brushRef="#br0" timeOffset="43496">4874 5489 16636,'-3'-2'2387,"0"0"3372,3 2-4635,53-31 66,-38 23-256,43-18-342,-54 32-1251,4 13-80,-2 5 691,6 25-93,3 2-728,-3-18 0,1-1-425,10 14 655,10-1 1,1 5 24,-16-8 0,-5 2 661,-1-3 0,-2 3 1,-5-4-177,-5 4 1,-7-5 479,-11-5 1,-3-4 359,-10 14-2023,8 4-2114,3-9 2951,16-2 0,3-31 1,2-2-1</inkml:trace>
  <inkml:trace contextRef="#ctx0" brushRef="#br0" timeOffset="44214">4836 5983 28634,'35'-40'1443,"9"5"-519,-18 32-736,32-6-117,-25 5-15,4-3 0,2 0 65,7-2-76,-14 2 1,-1 1 220,11-2-153,-13 2-244,-14 4 280,-10 2-104,-22 5 140,-8 3-41,-9 3-78,4-1 0,-1-1 47,-17 6-157,14-4 1,-1 0 199,-22 7-58,15-4-98,-16 4 0,23-6 0,-7 0 0,14-4 0,15-5 0,4 0 0,35-13 0,11-3 0,-2 0 0,2 1 0,20-8 0,-11 5 0,0 1 0,13-6 0,-20 8 0,-1 0 0,5-3 0,-19 7 0,-12 4 0,-17 3 0,-12 1 0,-4 3 0,-29 5 0,10 1 0,-9 1 0,-1-1 0,31-6 0,-10 0 0,26-2 0,2-1 0,6-1-3007,27-6 2961,-1 1 0,4-2 1,-16 5-1</inkml:trace>
  <inkml:trace contextRef="#ctx0" brushRef="#br0" timeOffset="47723">10372 6075 19337,'-49'-5'695,"0"1"1,0-1 0,0 1-1,-16-2 1,8-2-391,16 1 1,16-3-324,33 0 145,12-4 112,37-2-267,-18 9 1,5 0 0,3 1-1948,5-1 1,1 1-1,2 1 2027,2-1 0,1 1 1,1 0-155,4 2 1,0 2-1,0 0-269,-6 2 0,-2 0 0,0 1 185,-5 1 0,-1 0 0,-2 0 613,17 0 0,-16 6-898,-35 19-1832,-59-4 2384,17-9 0,-5 0 102,-22 2 1,-6-1 74,15-2 0,-3-1 0,2 0-125,7-2 0,2-1 0,-4 1 194,-6 1 0,-4 2 1,0 0-1,6-3-50,-8 2 0,4-2-173,9-1 1,-1 0-1,3-1 216,-3 1 1,7-1-322,-2 1 1858,15-1-1795,23-9 2443,38-10-2476,-1-3 16,4 0 0,9-4 1,-4 2 205,-9 1 0,1 1-227,14-6 0,8-3 0,-4 1-1,-14 4 1,-3 1-1,0-1 25,19-8 1,-2 0-24,-5 3 0,-5-1 465,4-12-119,-37 9-518,-20-8-235,-27-3 505,0 13 0,-5 1-1210,5 2 1,-1 1 1027,0 1 0,2 0 68,-20-9-523,21 13 315,8 4 1113,16 6-622,24 11-49,5 1-69,25 12-120,12 4-495,-4-1 0,3 3 376,-6-2 0,1 2-15,-13-4 0,2 2 1,-6 0-45,0 0 1,-6 2-200,-4 7 0,-9 4-1604,-19 4 1,-8 2 1907,1-5 1,-2-1 0,-4-2 0,0-5 0,-5-4 0</inkml:trace>
  <inkml:trace contextRef="#ctx0" brushRef="#br0" timeOffset="52156">8594 6634 18215,'-43'0'1219,"1"0"1,-1 0-1,-12 0 1,7 0-374,4 0-627,29-2-218,35-2 166,28-3-345,-8 3 0,5 0-1197,16-1 0,4 2 1205,-14 1 0,3 0 0,0 1-30,6 0 1,0 0 0,0 0 38,1 2 0,-1 0 0,0 0 14,-5 1 1,-1-1-1,-2 1 7,-7 1 0,-2 0 1,-3 1-99,5-1 1,-7 2 786,-6 5-587,-63 0 22,-9-4 0,-8 0-380,4-2 1,-3 1 0,-3-1 454,-8 0 0,-3 1 0,0 0-388,10-2 0,0 1 1,-1 0-1,0-1 438,-1 0 1,-2 1-1,1-1 1,1 0 26,1 1 1,0-1 0,1 0 0,1 1-11,-10 0 0,1 0 1,4 0-69,-10 1 0,6 1 703,20-2 0,11 0-353,18 1 27,51-3-279,-1-4 0,5-1-497,15 1 0,3-2 404,-13 1 0,0 0 1,2 0-34,3 0 0,1 0 0,-1 0 53,1 1 0,-1 0 0,-1 0-231,-5 1 1,-2-1 0,-2 2 529,8-1 1,-7 1-912,2 6 294,-61 3 117,-15 0 1,-7-1-10,-17 2 1,-5 0 126,13-2 0,-3 0 0,-1 0 105,-4 0 1,-2 0-1,0 0 184,-1 0 0,-2 0 1,2-1 53,4 0 1,1-1 0,3-1 142,-11 2 1,12-3 1661,23-4-1730,39-6-141,31-4 1,13-1-249,-20 3 1,2 1 0,2-1-863,13-2 1,5-1-1,0 2 420,-13 2 1,1 0 0,0 1 0,0 0 424,4 0 1,1 0-1,-2 1 1,-5 1 0,12-2-1,-5 2 1,-8 1 0,0 0-1</inkml:trace>
  <inkml:trace contextRef="#ctx0" brushRef="#br0" timeOffset="58672">9553 6020 15868,'0'-5'6217,"0"1"-6004,8-24 1,3-5 679,-1 7-616,2-10 0,-1 1 371,-3 16-303,-4 9-288,-1 3-412,-3 6 467,-6 21-29,0 3-76,-3 24-78,1 2 0,2 5-359,1-10 273,2 10 3,2-11 206,0 5-186,2-7-34,2-9 56,0-14 348,-1-6 121,-1-11-181,-1-23-103,0 0-48,0-14 43,2-5 93,0 2 55,5-24-19,-2 19 96,4-11-18,-4 26-147,2 0 42,-4 11-87,0 10 142,-1 7 354,1 15-795,-1 8 69,0 5-14,0 11-2,-1 5-45,0-7 64,2 20-129,-2-28-3681,2 7 4219,-1-19 1,0-8-13,-2-5-323,2-18 436,-2 4-83,0-15 169,-3-19 3078,-1 10-3530,-3-20 31,2 27 33,-1 2 58,3 11-514,1 3 62,0 9-141,4 18 412,-1 0 124,3 23-20,-3-13 145,1 34 23,-2-19 34,0 16 2,2-19 123,1-11-369,0-10 25,1-7-329,-3-6-7,3-16 849,0-6-243,1-20-80,0 4-112,-3-4 1,-1 0 23,0 1-9,0 0 1,-2 1 359,-2 8-143,-1 1-1015,0 13 37,2 10 56,1 14 553,1 11 4,0 15-1,0 7 38,1 5 77,0-11 37,2 6 92,2-13-39,-1-5-326,1-5-45,-3-18 783,0-4 210,0-13-565,3-24-48,-1-7 20,-1-16-687,-1 10 708,-2 14 101,1 1-845,-1 19-276,-2 2 493,-1 16 723,-3 14-55,1 5 593,0 26-876,4-8-122,6 19-731,4-8 273,1-10-2625,2 16-2752,-8-27 4938,-2 15 0,-3-30 0,-2-1 0</inkml:trace>
  <inkml:trace contextRef="#ctx0" brushRef="#br0" timeOffset="63435">7951 5530 17211,'-7'42'743,"1"-1"0,-2-4 1,4-8-751,6-17-65,-2-5 458,1-4 289,-1-1 171,0-2-852,0-6-294,1-1 42,-1-8 178,2-5 131,-1 5 54,5-18-48,-2 15 20,5-17 16,-3 12-14,1-4 13,-1 7 52,-1 4-107,-2 8 5,-1 2 189,-1 5 380,1 0 61,3-1-136,5 0-5,5 0-25,6-1-11,4 0-35,5 0-207,4 1-406,15-1-69,-14 2 116,19 0 3,-12 1 24,12 0 11,4 2-147,4 0 114,-21-1 0,0 0-497,16 0 505,-14-1 0,-1 0-69,14-2 89,-15 0 1,2 1 10,-7-1 1,-1-1 0,-2 2 1,-1-1 343,24-3 265,-11 2-157,12-3 35,1 0-1849,-22 2 0,0 0 1813,14-2-199,-16 2 1,0 1 189,9-2-250,7 0-267,-9 0 200,-2-2-2,-16 2 30,5-5-132,-10 1 92,9-3-259,1 0-8,5-2 2,-11 5-5,2-1-29,-17 7 46,2 0 250,-7 3 197,-1-1-315,0 1 3214,0 0-3103,2-1 129,1 0-146,2 0 75,1 2-163,2 4 104,0 1-140,3 7-18,-1 3-278,9 14-216,-6-8-1614,17 29 2088,-15-20 0,3 2 0,-12-18 0</inkml:trace>
  <inkml:trace contextRef="#ctx0" brushRef="#br0" timeOffset="75084">2302 7967 22026,'44'-43'0,"1"0"1,-1 12 0,5 2 0,-3 8-51,2 11 0,1 5-407,-6-2 1,2 1-1,-4 3 355,-1 3 1,-6 6-90,5 16 442,-40 19-293,-14-12 0,-8 0 26,-12 5 0,-5 0-547,-7 2 0,-1 0 599,-2-1 1,1-2-12,6-3 0,2-1-76,10-6 0,4 0 23,-3 10 617,22-12-472,22-9-27,18-8-68,21-14-22,-19 1 0,1-3 466,6-4 0,-1-3-469,3-2 0,-1-2-313,-1-1 0,-1-2 358,-4 0 0,-3-1 25,-5-1 0,-4-1 31,-6 1 0,-7-2 79,-12-5 0,-7 0-43,-9-11 104,-10 16 0,-5 4 149,-23 1-110,22 12 0,0 1-14,-16-2 763,10 5-948,27 6 697,6 0-764,23 7-11,16 5-17,18 12-216,-20-4 0,-1 3 152,3 7 0,-3 2 71,-6-4 1,-4 3-809,-1 14 1,-8 4-4099,-11 10 1,-5-1 3588,3-12 0,-2-2 0,-3 4 1,-1-8-1,2-22 0</inkml:trace>
  <inkml:trace contextRef="#ctx0" brushRef="#br0" timeOffset="75776">4698 8122 19932,'0'-7'3551,"0"1"-2913,-7-28 1,-1-4-409,2 18-113,-1-21 1,-3 9-45,3 32-23,-4 12-27,-8 16 11,-6 19-20,10-17 0,2 2-9,1 4 1,3 0-1,2 1 1,4 0-15,7-1 1,5-1-3,6-3 0,7-2-1016,19 0 0,5-4 1029,-12-9 1,2-2 8,21 0 1,1-6 4,-19-6 1,-3-5 17,10-4 0,-3-4 5,7-14-288,-22-17 243,-32 9 6,-22-11 6,-15 5-4,12 15 1,-4 0-3,-4 1 0,-3 1 17,0 1 0,-1 1-3,-8-5 0,2 2-6,16 7 1,1-1 19,-5-3 0,5-3-2611,11-9 2589,7 4 1255,38-16-1261,12 20-11,12-4 11,11 12 5,-12 11-22,11 11 3,-27 8 0,-4 3 9,9 14-1,-4 14-22,-21 1-1302,-11-5 0,-2 1 848,2 20-1571,-5-5 1,-1 0 1910,5 0 1,-3-4 0,6-24 0</inkml:trace>
  <inkml:trace contextRef="#ctx0" brushRef="#br0" timeOffset="76149">5636 8035 24239,'-48'21'101,"0"1"0,8-11 0,8 6-57,17 21 1,11 4-1592,8 5 1586,3 9 398,23-16-325,8-19-22,-7-13 0,2-3 38,21-13 35,2-20 5,-24-16-89,-15 3 409,-9-16-248,-20-6-170,5 33 0,-2-1-22,-5-2 0,-3 3 24,-16-8-38,6 15-6,-4 10-2578,5 14 2516,4 5-700,0 30-2347,19 3 3081,8-3 0,2-2 0,-1 1 0,10-1 0</inkml:trace>
  <inkml:trace contextRef="#ctx0" brushRef="#br0" timeOffset="76417">7165 8112 25416,'-36'29'48,"-1"1"1,4-4 0,3 4-44,3 14 1,3 3-1207,1-5 1,0 0 539,-2 5 0,1 0-238,5-9 0,-1 1 899,-5 15 0,2-5 0,6-12 0,-7 15 0</inkml:trace>
  <inkml:trace contextRef="#ctx0" brushRef="#br0" timeOffset="76767">6564 8185 24055,'-42'-13'61,"1"0"1,2 3-1,10 10-44,20 38-11,6 4 5,13-1 0,8-5 17,11-11 34,5-9 55,1-15 29,-3-14-79,-9-4 73,-2-17 73,-11-9-73,-3 0-62,-7 1 141,-12 8-185,-1 20-45,-6 1-12,3 21-21,4 4-1396,0 34-4738,10-4 6178,5 16 0,-1-34 0,1-15 0</inkml:trace>
  <inkml:trace contextRef="#ctx0" brushRef="#br0" timeOffset="77093">7371 8437 24984,'-29'19'70,"0"1"0,-11 17 20,56 1-57,-2-14 114,12-1 99,-13-18 152,8-13-281,-9-1 130,5-20-12,-11 2-28,0-8-5,-7 3-68,-8 3-84,-6 7-33,-6 8-241,0 8-1647,0 14-7960,4 9 8673,5 0 0,6-4 1,4-8-1</inkml:trace>
  <inkml:trace contextRef="#ctx0" brushRef="#br0" timeOffset="79595">8506 8255 13424,'-9'0'5040,"1"0"-4417,8 0-270,0 0-40,49-58-274,-10 37-516,-4-1 0,6-6 0,-2 8 485,-4 11 1,2 4 8,24-6 0,3 3-9,-16 3 0,-2 3-36,7-1 0,-1 4-1362,-10 8 1,-6 3 1405,4 8 24,-37 23-7,-39-5-8,-7-6 1,-6-1-175,14-8 0,-3-1 192,0-1 0,-4 0 0,1-1 153,-5 2 0,2-1-126,7-4 0,2 0 3,-2 2 0,8-2 733,16-2-638,15 2 3239,23-7-3233,24-5-110,-16-8 1,2-2-319,5-2 0,2-3 324,1-3 0,-1-2 22,-2-3 1,-3-2 28,-6-1 0,-3-2 410,7-26-430,-30 15 0,-7-1-40,-6-13 68,-8 9 0,-4 2 358,-14-13-188,13 20 1,0 0 288,-15-20-17,10 7-492,14 18-18,7 3-49,12 16 618,8 3-630,15 14-3209,24 22 3198,-13-3 11,-10-2 0,-2 3-356,-1 24 286,-13-19 0,-5 4-594,-11 13 1,-8 3-1317,-1-7 0,-5-1 1980,-4 5 0,-2-4 0,-3 0 0,10-23 0</inkml:trace>
  <inkml:trace contextRef="#ctx0" brushRef="#br0" timeOffset="80856">10348 8170 22582,'6'-16'145,"-9"42"-122,-6 17 2,-4 10 0,-4 3-586,5-23 1,-2 0 585,-6 14 0,-2 0 42,3-16 1,0-4 647,-16 12-245,5-21 45,10-23-359,7-23-44,6-26-53,8 16 0,3-4-616,2-9 1,3-3 567,-1 13 0,1-1 0,2-1 11,0 0 1,1-1 0,0 1 5,1 1 0,0 1 0,1 1 19,5-13 1,2 5-1,-3 10 1,1 4 2,15-10-38,-10 23 513,16 20-520,-6 20-11,-7-1 1,2 4-325,-1 6 1,-1 3 323,3 6 1,-1 2-15,-1 2 1,-2 3-65,-2 1 0,-4 1-196,-2 2 0,-4 0-401,-3 0 1,-3 0-1376,-3-3 0,-1 0 2056,-2-8 0,-1-3 0,0 7 0,-1-21 0</inkml:trace>
  <inkml:trace contextRef="#ctx0" brushRef="#br0" timeOffset="81056">10255 8348 18170,'41'-25'23,"0"0"0,0 0 1,0 0-1,4-4 1,-2 1-1,0 6-477,19 6 1,-2 6-1085,-18 2 1,2 1 38,17-3 1,0 1-1417,-14 2 0,-3 1 2915,-7 1 0,-4 0 0,8-1 0,-21 3 0</inkml:trace>
  <inkml:trace contextRef="#ctx0" brushRef="#br0" timeOffset="81279">11211 7988 11368,'0'-4'7466,"0"0"-3309,0 4-3900,-52-42-223,39 32 16,-37-26 34,61 51-17,11 12-39,5-1-8,2-1 0,4 3-557,7 5 1,0 3 510,-3-2 1,-2 2-40,2 5 1,-12-1-495,-27 14-763,-31-3 0,-9-14-1036,-9-7 2358,-8-10 0,31-10 0,-11 0 0</inkml:trace>
  <inkml:trace contextRef="#ctx0" brushRef="#br0" timeOffset="81456">11067 7999 21864,'4'39'65,"1"0"1,0-4-1,-3 1-4981,-8 20 1,-2-1 3753,2 5 0,1-10 0,1-5 0,3-26 0</inkml:trace>
  <inkml:trace contextRef="#ctx0" brushRef="#br0" timeOffset="81774">11787 7911 21013,'-13'-51'855,"0"1"0,4 4 1,-2 12-728,-1 23-116,7 11 10,2 12 12,5 14 5,6 17-31,3-8 1,0 0-467,9 18 463,-3-15 1,2 0-12,11 10 14,-10-18 1,2-1-9,4 3 0,-1-3-11,9 10-34,0 4-50,-32-24-196,-18 3-566,-25-4-51,10-10 1,-3-2-1012,-6-1 1,-1-1-1015,-1-3 1,0-2 2311,6-2 1,3-1 0,-8-1 0,21-2 0</inkml:trace>
  <inkml:trace contextRef="#ctx0" brushRef="#br0" timeOffset="81973">11736 7855 21371,'-17'30'394,"0"-1"0,0 2 1,0 2-356,1-1 0,0 2-31,1 2 1,1 1-633,1 0 1,1 0 15,1 1 0,1-1-2954,2 0 0,1-2 3562,-2 22 0,5-23 0,3-17 0</inkml:trace>
  <inkml:trace contextRef="#ctx0" brushRef="#br0" timeOffset="82740">12121 8008 17910,'0'-4'3893,"0"1"-1468,0 3-2369,7 19 17,5 1 39,17 21-11,0-15-40,2-6 85,1-14-17,-4-10-51,8-9-16,0-9 61,-1-19-89,-14 10 38,-6-16-4,-19 17-17,-8-7 38,-17 2-3391,-4 13 3358,-1 6 39,-3 12-39,8 11-2291,-10 14 2230,12-1-219,-7 31 224,22-24 2149,-7 29-2154,16-13-35,6 13-156,14 0-726,14-19 1,6-2 442,-13-13 1,1-1-314,15 5 0,4-4-894,-9-12 0,2-5-1787,16-4 1,2-2 2298,-11 1 1,0-3-163,17-6 1,-3-9 2516,-21-5 1,-5-3-95,-3 5 0,-2-1 1358,-1-14 0,-5-1 3936,-7-16-5353,-7 21 0,-4-2 162,-4-8 0,-4 1-815,-2-7 437,-8-10-258,3 34-184,2 6-163,1 1 328,3 11-552,4 5 246,-2 11-246,-1 9-3364,-5 23 3398,2-9-202,-3 25 219,7-34 28,1 26-57,6-31 34,10 15-5,8-14 3270,13 9-3310,-8-10 0,2 2 6,19 17-5,-1 0 10,-20-2 347,-21-9-375,-42 20-38,9-20-314,-7-6 0,-1-4-40,3-7-1475,-22 1-4417,15-10 6307,0-6 0,16 2 0,13-3 0</inkml:trace>
  <inkml:trace contextRef="#ctx0" brushRef="#br0" timeOffset="82946">12825 7944 17507,'3'-3'6094,"-2"0"-5321,-1 3-639,-17 7-50,-15 29-67,-1-6-62,8 3 0,3 1-223,1 3-1987,1 2 1,2 2-3431,5 1 5685,2-7 0,2-3 0,7-14 0,1-1 0</inkml:trace>
  <inkml:trace contextRef="#ctx0" brushRef="#br0" timeOffset="83306">13393 7901 24911,'-19'-58'68,"4"14"-40,13 54 22,0 5 40,-3 7-18,-1 4-16,0 2-22,1-5 5,2 6 68,17 3-45,7 2-17,22 8-156,-17-23 1,2-2 135,2 2 0,0-2-14,-1 0 0,-2 0-22,10 13-62,-28-5-252,-34 0-39,-8-7-373,0-7 1,-2-1-3352,-27 2 4088,21-7 0,2-1 0,-5 1 0,9-5 0</inkml:trace>
  <inkml:trace contextRef="#ctx0" brushRef="#br0" timeOffset="83489">13312 7895 24777,'38'-13'230,"-13"17"-197,-49 54-128,9-24 0,0 1-1486,-2 4 1,0 1 1580,-3 8 0,2-2 0,-3 5 0,4-2 0</inkml:trace>
  <inkml:trace contextRef="#ctx0" brushRef="#br0" timeOffset="84846">13914 7968 21159,'0'-6'3568,"0"2"-2784,0 4-756,35-9 0,-24 35-11,26 5-17,-34 1 0,-7 4 11,0-1 0,-1-1-618,-10 28 601,0-20 141,-2-8-6,11-23 162,-1-9-241,12-17-22,3-17-17,4-1 3,2-1 0,0-3-3,-1 8 1,0 0-230,6-13 0,1 0 229,-3 10 1,1 3-1,16-17-5,-1 13 593,-2 16-610,4 10 6,5 14-18,7 13-5,5 14-187,-26-13 0,-2 3 201,-2 1 0,-3 1-9,5 27 479,-18-3-467,-17-8 5,-5-13 46,-11-4-7,13-18-22,-2-3 418,11-16-429,9-9 17,2-1 11,18-16-50,-2 13 16,12-6 23,-6 14-17,-5 9-11,-3 5-6,-3 10 0,2 6 17,-2 4-6,24 15 6,-3-8 0,-8-8 0,2 0 6,23 4 0,-3-10-3393,1-12 3415,-21-5-17,6-15-22,-20-4 17,-2-15 22,-8-7 5,-8-3-10,-6 4 5,-7 4 3403,2 18-3425,-3 4 5,-1 14 0,4 3-33,-5 7 33,4 9-11,0 13-6,-2 9-5,4 8-34,4 5-61,11 6-2064,6-21 1,2 0 1530,10 10-83,-1-15 0,4-4-1664,18-8 1316,2-1-8,-8-16 0,-1-6 814,10-11 438,-16 3 0,-3-5 481,-10-6 1,-4-2 648,5-21-671,-5 0 533,-3 13 3123,-4 14-3443,2 0 199,-3 8-810,-2 8-179,-2 4-28,2 10-11,0 9-6,1 15-5,-1 15-12,-2 10 17,-6 5 6,-6-3 17,-5-8 62,-2-15 66,3-16-44,7-16-107,3-10 28,11-24-17,4-4-27,11-20 22,5 5 16,3 5-3374,6 9 3374,-11 16-5,4 9-22,-11 15-12,14 14 17,0 6-11,2 6 0,10 5 28,2-5-313,-13-12 1,2-1 303,3-1 1,2-2 5,1-4 1,1-2-4,-2-1 0,1-6 1506,-1-7 1,-2-7-1490,-9-9 1,-4-5-18,12-22-421,-28 17 0,-5-1 407,-2-1 1,-1-1 8,2-5 0,0-2 16,2-12 1,1-2-9,2 2 0,1 1 3,0 4 0,0 3 20,-1 9 0,-1 3 114,1-13-39,-5 22 696,-2 15-808,-5 15 165,-8 16-164,-11 23-4,7-11 0,0 3 131,-2 9 1,0 3-152,2 7 1,1 2-408,4 2 1,3 1 336,5 0 1,5 0-776,8-3 0,6-1-82,7-4 1,6-1 938,-1-15 0,5 0 0,-3-4 0,-5-4 0,0-3 0,3-2 0,0 0 0</inkml:trace>
  <inkml:trace contextRef="#ctx0" brushRef="#br0" timeOffset="85054">15835 7936 23248,'50'-14'26,"1"0"0,-5 2 1,1 4-1021,-4 11 0,2 5 0,-1 0-507,8 0 0,0 0 573,-6-1 0,4 1 0,-2 0 928,1-2 0,0 0 0,-8-2 0,4 2 0,-6-3 0,-1 1 0</inkml:trace>
  <inkml:trace contextRef="#ctx0" brushRef="#br0" timeOffset="85262">16941 7853 21483,'-10'-45'1161,"0"0"1,0 2-1,2 8-578,5 19-90,0-2-403,2 9-34,1 3-23,0 10-21,7 19-29,1 11 6,9 23-12,-3-10-173,1 4 0,1-1-3543,-2-1 3478,0-6 1,-2 0-1633,-9 2 1837,-29 2 0,18-15 0,-19-7 0</inkml:trace>
  <inkml:trace contextRef="#ctx0" brushRef="#br0" timeOffset="85429">16767 7810 24469,'-37'27'-1967,"0"-1"1,0 0 0,1 1 0,-1 1 0,5-1 230,3 5 0,4-1 1,-13 13-1,27-32 1</inkml:trace>
  <inkml:trace contextRef="#ctx0" brushRef="#br0" timeOffset="87080">16826 7821 20067,'35'-41'664,"0"0"1,-2 4-1,-10 4-159,-25 12-74,0-1-257,0 7 173,4-4-168,2 8-22,3-2-95,-3 6 100,0 3-117,-3 2-107,0 1 62,-3 9 17,-4 10-11,2 1-1,-1 12 12,7-6-11,5 7-6,7 2 0,10 1-6,9 3 6,-4-8-23,-6-7 1,0-1-45,4 9-6,4 4-268,-17-5-2796,-25-1 3137,-12 1 0,5-9 0,-3-9 0</inkml:trace>
  <inkml:trace contextRef="#ctx0" brushRef="#br0" timeOffset="87348">16870 7675 22246,'13'-42'464,"0"0"1,-3 3 0,-1 12-409,-7 25 17,-1 8 45,-1 8-6,-1 15 5,-6 13-50,-1-2-5,-5-6 0,-4 2-43,-1-1 1,-2-1-251,1 0 1,-1 0-70,-5 4 1,0-2-5554,-7 12 5853,-3 3 0,15-20 0,8-14 0</inkml:trace>
  <inkml:trace contextRef="#ctx0" brushRef="#br0" timeOffset="90714">4545 9150 14890,'-63'8'138,"1"-1"1,0 1-1,0 0 1,0 0-1,-2 0 1,5 0-1,7 0 573,0 0 1,6 0-141,3-1 1,6 0-304,1-1-19,63-13 1,15-2-133,17-1-985,-5 1 1,12-3 0,1 2 903,-20 4 0,-1 1 1,3 0-1,1-1-304,4 1 0,1 0 0,3-1 0,1 1 0,1 0 283,-6 1 0,0 0 0,2 0 0,0 0 0,0 1 0,1 0-52,2 0 0,0 0 1,1 0-1,1 1 0,0-1 1,2 1 42,-8 1 0,1-1 0,2 1 1,1 0-1,-1 0 0,-1 0 1,-1 1-1,-4-1-215,12 0 0,-3 0 0,-3 1 0,2-1 1,3 1 217,-8 0 1,4-1-1,1 1 1,0 0 0,-1 0-1,-3 0 1,-4 0-4,9-1 1,-6 1-1,0-1 1,1 1-3,-5-1 1,2 1-1,-1-1 1,1 1-1,-2-1-1,6 0 0,1 0 0,-3 0 0,-5 1-39,-3-1 0,-5 0 0,-2 0-79,13-1 1,-21 4-3370,-35 6 3484,-24 1 0,2-1 0,3-2 0</inkml:trace>
  <inkml:trace contextRef="#ctx0" brushRef="#br0" timeOffset="96637">10992 8572 4239,'-62'3'308,"0"1"0,0-1 0,0 0 0,0 0 0,4 0 1,3 0-1,0-1 0,-2 1 23,4 0 1,-2-1-1,-1 1 1,4 0 0,7-1 673,-13 0 1,5 0-314,-10-1 0,9 0-468,28-1 1813,71 0-1869,-3 1 22,10 1 1,11 1-962,-11 1 0,2 1 0,2-1 880,-9 0 0,0 0 0,2-1 1,2 1-35,0-1 0,3 1 0,0 0 0,2-1 0,-2 0-217,2-1 0,-1 0 1,1 0-1,-1-1 1,-1 1 171,6-1 1,-3 1 0,2-1 0,3 0-116,-9-1 0,2 0 0,3 0 0,0 0 0,2 0 0,1-1 128,-8 1 0,2-1 1,1 1-1,1-1 1,1 0-1,-2 1 1,0-1-1,-1 1-207,8-1 1,-3 0-1,0 1 1,1-1 0,3 1-1,5 0 182,-17 0 0,3 0 0,3 0 1,2-1-1,2 1 0,1 1 0,-1-1 1,1 0-1,-2 0 0,-2 1 0,-3-1 1,-2 1-7,12 0 0,-3 0 0,-3 0 0,-1 0 0,0 1 0,1-1 0,3 1-8,-8-1 0,1 0 1,1 0-1,1 0 0,0 0 1,0 1-1,1-1 0,-1 0 1,0 0 10,1 1 1,2 0-1,1-1 1,0 1-1,0 0 1,-2-1 0,-3 1-1,-3-1 1,-4 1-7,17-1 1,-8 1 0,0-1 0,7 0-17,-11 0 0,5 1 0,4-1 0,2 0 0,0 0 0,-2 0 0,-5 0 0,-6 0 16,8 0 1,-8 0 0,-1 0 0,6 0-10,-2 1 0,5 0 0,3 0 0,-2 0 0,-3 0 0,-8 0-73,5 1 0,-7-1 1,1 2-3205,10 3 0,2 1 0,-17 1 2903,-18 1 0,-2 4 0,-25-11 0</inkml:trace>
  <inkml:trace contextRef="#ctx0" brushRef="#br0" timeOffset="103475">18372 7566 19916,'-16'-54'987,"-1"0"1,3 7 0,1 9-658,5 15-313,3 18 50,4 34-50,3-1-31,2 17 0,0 6-56,0-9 0,0 0-551,1 8 1,-1 3 149,0 5 0,-3 0-694,-3-9 1,-3 1-1006,0-8 1,-1 1-1,-1-1 1662,-4 12 0,-2-4 0,4-16 0,-1-4 0,-2 4 1</inkml:trace>
  <inkml:trace contextRef="#ctx0" brushRef="#br0" timeOffset="103651">17938 8199 19008,'-6'-52'789,"1"-1"1,3 5 0,9 7-756,33 8-480,-8 18 0,4 3 289,10 0 0,3 1-1115,8 2 0,3 1 712,-16 3 0,1 0 0,-1 1-320,11-1 1,1 1 879,6-1 0,4 1 0,-10 1 0,5 0 0,-6 0 0,1 0 0</inkml:trace>
  <inkml:trace contextRef="#ctx0" brushRef="#br0" timeOffset="104075">19447 7622 10237,'0'-6'7096,"0"1"-5247,0 5-567,-62-52-223,9 42-956,12-15 1,-2 5 47,8 27 0,2 9-11,3 9 1,2 3-113,4-7 0,1 3-1657,-8 23 0,5 2 1657,12-3-8,5-4 0,7 1-333,24 10 324,-2-21 1,5 0-1,11-2 0,5-3-395,10 0 0,4-3 372,-14-9 1,2-1 0,0-2 11,3-1 0,1-1 0,0-3 13,-2-1 0,1-3 0,-2-2 29,15-5 0,-5-6-125,-9-3 0,-7-7 147,-11-4 0,-7-5-11,-9-4 1,-7-4-12,-7-3 0,-7-2 14,-4-4 0,-6 1 16,-5-1 1,-4 2 840,-4 2 0,-3 4-779,-3 4 0,-2 4-33,0 5 0,0 5 108,1 6 1,0 4-199,5 5 0,1 6-44,-22 15 10,13 21-961,24-2 0,4 3 828,-4 20-500,9 3 1,4 0-236,2-2-451,2-2 1,1 1-572,3-20 0,2-2-636,0 7 1,2-1 2548,4-2 0,1-3 0,0 2 0,1-12 0</inkml:trace>
  <inkml:trace contextRef="#ctx0" brushRef="#br0" timeOffset="104591">19282 8163 14337,'-4'-52'2486,"0"0"1,2 5 0,2 4-1534,10-6-427,7 12-257,1 11-168,4 11-62,5 10-11,4 16-39,-2 3 8,-4 7 0,-1 5-19,12 16 22,-6-3 0,-1 2-20,-9-9 1,-1-1-103,-1-1 0,-1-1-23,17 25-270,-1-17 57,0-2-589,-4-18 1,2-6-1323,14-5 1165,-13-7 1,0-4 28,16-22 968,-11-16 533,-9-13-1296,-19 16 1,-2 1 1686,1-16 121,-6 17 1,-1 2 679,-3-4-430,2-6-364,-1 12-309,1 11-160,0 10-344,0 7 3386,0 7-3397,0 4 12,5 44-40,1-10-201,0-3 1,1 1 239,3 2-11,10 4 0,5-14 22,13 1 12,9-12 27,16-18-10,-10-13-18,-5-7 57,-15-15-17,-16 3 39,-2-20-51,-8 10-27,-9 0-34,0 19 323,-4 8-855,4 9-784,1 6-2308,2 10 3624,8 10 0,-5-7 0,4 1 0</inkml:trace>
  <inkml:trace contextRef="#ctx0" brushRef="#br0" timeOffset="104801">20817 7944 24385,'-44'-22'17,"12"15"-23,40 48-123,4 4-498,4 3-101,-3-11-6862,6 13 7590,-9-26 0,1 4 0,-7-19 0</inkml:trace>
  <inkml:trace contextRef="#ctx0" brushRef="#br0" timeOffset="104975">20902 7739 22481,'-28'-41'240,"1"1"1,2 3 0,8 16-549,15 30-1406,10 16-1467,2 3 3181,5 8 0,-9-21 0,0 0 0</inkml:trace>
  <inkml:trace contextRef="#ctx0" brushRef="#br0" timeOffset="105412">21092 8004 18263,'-6'-1'4039,"1"-1"-2236,5 2-1680,39-50 0,-13 34-106,-2-11 0,2 1 101,21 22-124,-24 3 6,16 1 11,-2 7-16,-8 4-1,6 3-33,-9 15 50,-17-2-11,-1 7 0,-23 6 28,-13-5-23,-2-7 1,-3-1 11,-14 11-9,8-10 1,4-1-4,9-7-5,-10 13 34,29-25 61,6 1-50,8-7-17,15-7-56,8 0-50,30-7-152,-1 2-957,-21 4 1,0 0 396,15-1-2075,-9 0 0,2-1 2865,0-1 0,-1 0 0,-9 2 0,-2 1 0,26-8 0</inkml:trace>
  <inkml:trace contextRef="#ctx0" brushRef="#br0" timeOffset="105967">21894 8077 22834,'-32'-14'366,"0"-1"1,-19-9-260,50 41 22,8-3-68,1 1 96,19 3-73,0-10 6,15 1 16,4-16-78,-16 0 73,4-13-17,-22-1-23,-2-8 18,-8 1-6,-8 1 5,-8 5-33,-1 8 95,-20 4-79,6 9-38,-14 8 16,9 10-11,6 9-22,9-2-18,6 24 7,12-9 10,8 20-5,15-11 40,14-5-35,-1-13-22,-2-15 1,3-3-302,16-4 329,-13-4 1,0-5 4,18-15 29,-9-14 11,-12-14 23,-11-11 56,-8-5 128,-5 1 90,-4 7 10,-3 10-33,-3 11-78,0 9-95,0 9-84,0 5-51,1 7 307,3 9-318,4 10-10,7 16-18,7 14-11,-11-18 0,0 1-216,-1 4 1,-2 1 105,-2 1 1,-5 1-367,-6 0 0,-7 0-1499,-7-2 1,-7-2 2002,-2-4 0,-2-5 0,-14 8 0,14-17 0</inkml:trace>
  <inkml:trace contextRef="#ctx0" brushRef="#br0" timeOffset="107958">1811 10654 18756,'-32'-16'1604,"1"0"1,-1-16-1583,73 12-16,-5 8 0,3 1-4,-1 3 1,2 0-1032,11 0 1,2 1 997,-1 2 0,-1 3-34,-5 2 1,-3 3 584,18 12-564,-30 4 350,-48 33-271,-18-19 1,-14 1-1,1 0-2,12-5 1,0 0 0,-4 1-360,-3-1 0,-4 2 0,0-2 0,6-4 365,1-1 0,4-2 28,2-1 1,4-2 942,4-1-697,9-4-111,26-14-112,22-13-57,5-5 12,2-2 0,0-3 1604,5-4-1596,6-8 0,-2-2-334,-9 0 359,-4-11 1,-3-3-46,-14 3 71,-5-9 0,-4-2 204,-12-4-98,1 20 0,-2 2 187,-8-5-122,2 16-180,4 16-28,3 7 293,4 8-343,4 8-6,20 22 0,10 12-241,7 4 219,-12-17 0,1 1-361,-4-3 0,0 3-121,-2 2 0,0 4 1,-3 1-2042,3 14 1,-8 3 2533,-9-7 0,-5 4 0,-2-7 0,0-9 0,-4-3 0,-7-1 0,0 0 0</inkml:trace>
  <inkml:trace contextRef="#ctx0" brushRef="#br0" timeOffset="109759">2383 4786 10203,'6'-4'1467,"-1"1"-693,-5 3 682,0 0-1064,-4-5 17,-23 12-85,-12 1-232,8 2 1,-1 2-48,-2 1 0,0 0-325,-2 1 0,0 0 300,-1 0 1,-1 1 88,-2 0 0,-1 1-1,-2 0 1,-1 0 15,-2 1 0,-1 0 16,0-1 1,1 0-14,2-1 1,1-2-19,5-1 1,3-1 68,-19 6-332,20-6-262,18-5 463,9-1 168,10 0-438,4 0 81,5 3 726,2 3-622,0 5-9,-2 11 76,-4 9-123,-4 13-71,-4 9 428,0-9-65,0 1 6,2-6 0,2 2-520,-1-9 1,1 2 457,0 1 0,0 5 0,1-2 112,0 8 0,-1 0 3,0 5 1,-2 1-9,0 3 0,-3 0-44,-2 3 0,-2 1-489,0-20 1,-1 0 0,0-1 344,-2 1 1,-2 0 0,1 0 0,-1 0 0,-1 0 1,1 0 1,0-1 1,-1 0 0,1 0-10,1-2 0,1 1 1,0-1 30,-3 19 0,2-1-101,2-3 0,1-1-97,1-1 0,1-1-363,-1-1 0,1 0 455,-2 0 1,-1 0-4,-2 1 1,-1 1-22,-2 0 0,-3 1-5,-1 2 0,-2 1-15,-2-1 1,0-1 82,0-1 1,1-1-25,1-3 0,1-2-73,5-5 0,1-1-174,4-3 1,2-1 256,2-1 0,2-1 6,0 1 1,0-1 17,0 2 1,-1 0 9,-2 2 1,0 1 21,-2 1 0,-2 1 144,0 1 1,-1 0-107,0-2 0,1 1-39,1-3 0,2-2-85,4-3 1,3-2-28,19 25 51,-1-33 0,6-3 22,20 1 1,5-5-102,-14-5 1,3-2-216,5-3 0,4-2 1,-1-2-1034,12-2 1,3-3 1134,-2-3 1,4 0-1,-6-1 1,-5 2-1,-4 0 1,0-4-1,0 1 1</inkml:trace>
  <inkml:trace contextRef="#ctx0" brushRef="#br0" timeOffset="112075">3803 10722 15065,'5'-53'1081,"-1"-1"0,1 1 0,-1 4 0,0 2 0,-2 13-208,-2 16-570,0 7-225,0 4-22,2 32-11,0 7 5,0 31-330,-1 0 291,-3-29 1,-1 1-1,-1-1 0,0-1 6,-8 29 28,0-14 174,2-17 251,-2-18-319,1-21-106,1-8 50,-1-28-36,7 8 0,0-3-54,1 8 1,0-3-233,3-10 0,2-6 0,0 3 249,2 2 1,1 2-12,0-12 0,1 2 6,2 11 0,2 3-1,12-13-5,6 8-11,9 16-3004,2 25 2998,-5 10-31,15 18 28,-19 0 1,-1 4 0,2 1 0,0 3 66,4 10 0,-2 2-58,-8-6 0,-3-2 0,-6-6 0,-2-2 0,-1 5 0,-3-1 11,-3 22 1,-3-11 90,-8-1-35,1-34 3162,-1-12-3218,3-9 17,4-41 17,4 3-512,-1 12 0,2 0 483,5-15 141,1 19 1,0 3-164,4 3 6,5 3 0,2 4-17,1 10-85,8 4 0,2 6 85,12 13-20,-12-1 1,-1 3-53,12 13-494,-11 5 1,-2 2 16,-3-2-115,-1 1 1,1-1-978,1-7-313,13-1 2056,-8-12-833,-3-13 0,1-6 670,19-12-228,-14 3 0,-2-2 558,11-13 501,-21 7 0,-5-1 770,-4-6-72,2-11-359,-24 21-655,-3 9 498,-21 8-525,3 11-141,-11 7-73,8 10-118,8 0 1426,0 23-1454,12-12 191,-1 15-190,14-14-1,8-8 28,12-9 40,10-9-56,-5-8 72,23-20-28,-17-5-55,7-10 106,-15-10 162,-18-8-56,-9-1-151,-7 3 78,-16 15-16,-11 15-118,-2 4-56,-3 8 0,15 15-11,10 9-12,9 10-128,12 10-73,1-6-686,7-3 0,5-1-2215,19 12-1791,-7-12 1,2-1 4851,-6-9 0,0-2 0,10 3 0,-17-10 0</inkml:trace>
  <inkml:trace contextRef="#ctx0" brushRef="#br0" timeOffset="112300">6025 10386 21148,'-34'-26'376,"0"1"1,0-1 0,-14-7 0,4 14-198,-4 38-89,5 19-76,23-14 0,3 4 2,3 2 1,2 3-11,3 0 0,3 1-15,3 0 1,3 0-29,4-2 1,4-1-194,4-2 1,4-1-455,7-3 1,4-3-1250,6-2 1,4-4-2048,6-5 1,1-3 3237,-3-4 0,-2-3 0,13-1 0,-24-4 0</inkml:trace>
  <inkml:trace contextRef="#ctx0" brushRef="#br0" timeOffset="112759">6379 10352 15395,'6'-47'1691,"-1"1"1,0-1 0,2-15 0,-3 8-813,-7 5-313,-2 15-398,-1 17-17,-2 11-78,2 21-51,-1 4-5,1 13 0,0 5-9,3-4 0,0 1-537,-1 19 0,0 3 487,3-4 0,0 0-191,0 2 1,1 0-409,2-2 0,0-2 170,-1-11 0,3-3-1747,5 2 0,5-6-3278,9-8 399,12-10 1345,3-49 3752,-12-1 1066,-9 3 1,-1-3 110,-6 6 1,-1-1 477,2-8 1,0-1-70,-2 0 0,-1 1-597,-1 3 0,-2 3 444,2-21-453,-10 17-325,-6 13-5,-9 11-336,-5 8 2786,-5 14-2920,-7 10-63,-4 15-27,-1 13-43,20-20 1,1 2 447,0 1 0,2 1-490,1 1 1,1-1 5,-5 16-11,15 11 0,25-25 162,25 10-190,-8-29 0,4-5-95,11-1 0,5-3-823,-13-1 1,2-2 0,2-1 194,5-1 1,2-2-1,-2 0-76,-8 0 0,-1 1 0,2-1 827,15-4 0,3 0 0,-10 0 0,8 0 0,-17 1 0,-1-1 0</inkml:trace>
  <inkml:trace contextRef="#ctx0" brushRef="#br0" timeOffset="113150">7865 10568 18425,'11'-42'1287,"1"1"0,-1-1 0,4-15 0,-3 4-951,-7 18 0,-2 3 106,-2-18-184,-4 18-168,-2 16-74,-6 20-21,4 7-6,-6 28-6,3 9-62,5-13 1,0 1-453,2 3 0,1 1-573,2 2 1,1-1-2404,4-1 1,2-1 3073,1-6 0,0-3 0,6 8 0,-5-20 0</inkml:trace>
  <inkml:trace contextRef="#ctx0" brushRef="#br0" timeOffset="113535">8283 10042 14365,'-2'-7'5971,"0"1"-5087,2 6 1,0 0-711,-63-6-78,43 25-74,-15-10 0,3 3 6,27 24 17,9 15-28,2-27 151,20 16 11,-3-30 0,10-6-117,-10-12 123,1-30-6,-14 2 67,1-21-100,-14 20 240,-9-11-223,-1 25-90,-6-4-73,3 20 0,-1 15 0,2 11-28,4 13-185,6 10-543,14 10-981,9 3-178,-2-27 0,3-2-2538,3-1 1,2-2 4121,21 11 0,-14-15 0,-13-11 0</inkml:trace>
  <inkml:trace contextRef="#ctx0" brushRef="#br0" timeOffset="114101">8671 10249 23864,'-14'-50'73,"4"20"-62,12 58-5,2 10-12,0 7 17,-2 4 6,0-8-17,-3-8 0,-1-1 0,1-4 62,-1 17 83,1-38-16,4-7-106,7-16 16,8-12 22,9-15-21,-3 6 111,0 2 0,0 2-67,-1 5-14,-1 2 0,0 2 14,-7 12-45,-1 3-22,-4 8-11,-1 11-1,6 10-5,6 9 17,6 5 28,7 0-17,10-3 0,9-8-487,8-10 487,1-16-5,-4-15-278,-12-15 295,-12-16-24,-22 19 1,-3-2-284,-2-6 1,-2 0 282,-2 5 1,-1-1 11,1-23 0,-1-1-11,1 19 0,-1 0 13,1-13 1,-1 1 115,0-9 106,-6 22-67,0 17 336,-2 12-482,2 12 252,2 13-291,0 20 17,0 22-203,2-19 1,1 3 163,1 7 0,0 3-71,2 5 1,0 3-194,0-18 0,0 1 0,1-1-351,1 2 1,0-1 0,2 0-1036,4 17 0,3-1 1672,4-6 0,0-6 0,3 6 0,-1-19 0</inkml:trace>
  <inkml:trace contextRef="#ctx0" brushRef="#br0" timeOffset="115176">9244 10271 16185,'-6'-3'4755,"1"0"-4072,5 3-683,66-30-50,-31 24-699,17-9 0,4 3 250,-21 14 1,-1 3-376,10-1 0,1-1-179,0 0 1,-2 0 341,-2-2 1,-2 0 648,-6-3 1,-1-1 879,14-10 475,-24-4-464,-15 0 986,-21-1-230,-5 5 415,-4-2-1059,2 4 364,5 4-1198,6 3-23,5 3-45,4 8 11,2 9 1,5 6-18,1 2 23,12 0 17,4-6-45,2-1 67,31-2-27,-25-13-40,14-1 28,-26-14 0,-11-4-17,-3-9-17,-10-2 23,-11-3-45,-6 9 17,-10 5 0,7 11 22,-8 4 0,3 11-33,1 2-18,1 12 29,10 6-6,7-3 1,2 12-12,7-14 8,6 8 0,5 2 4,24 15-12,-17-19 0,2-3-17,27 7 11,-4-22 12,0-6-12,17-13 6,-21-2 3,-9-7 0,-3-4 2,-3-1 30,15-23-24,-11-1 11,-5 9-14,-5 7 1,-1 2 13,4 0-16,7-8-6,-7 18 22,7 2-10,-1 8 10,13 5 0,-5 13-22,-3 5 6,-4 20-6,-4 4-9,-6-6 1,0 2-20,5 13-17,-8-9 1,-1-2-103,-3-1-49,2 6-834,-1-23 560,-4-13-1043,18-14 734,1-11 488,5-7-6,3-16 309,-10 1 352,0-17 207,-11 12 180,-10 3 16,-7 19-380,-1 10 279,0 3-604,4 7 22,1 11-12,7 11 40,4 18-22,11 12-62,-3-5 11,1-11 0,1-2-16,1-1 117,17 17-45,-26-36 168,10-6-229,-3-22-23,1-4 28,12-22-11,-15 15 1,-1-1-1,0-1 0,-1 0-14,1-5 0,-2 1-9,1-13 18,-6 15-46,1 1-128,-3 20-477,6 2-990,4 17-1395,6 10 268,-2 2 2745,12 11 0,-20-19 0,6 4 0</inkml:trace>
  <inkml:trace contextRef="#ctx0" brushRef="#br0" timeOffset="115349">11587 10203 13385,'0'-3'9830,"0"1"-8307,0 2-1389,0-6-50,-1 19-45,1 1-27,-1 22-24,1-5-1164,5 20-4431,2-18 5607,2 10 0,-3-25 0,-3-10 0</inkml:trace>
  <inkml:trace contextRef="#ctx0" brushRef="#br0" timeOffset="115533">11640 9937 22632,'-26'15'-1905,"0"-11"1,33 9 0</inkml:trace>
  <inkml:trace contextRef="#ctx0" brushRef="#br0" timeOffset="116400">11905 10190 24979,'30'19'162,"0"0"0,13 8-106,6-20-10,-19-11 10,6-13-39,-15 1-12,-5-19 6,-17-5-11,-3 7-5,-9-11 22,3 27 67,-14-11-12,6 13 7,-10 0-34,7 9 11,2 8-45,0 9-22,0 9 11,1 11-12,0 9 29,5 7 11,5 4-33,6-8-12,9-11 0,6 0-61,17 10-324,-3-13 0,5-3 152,2-8 1,3-5-118,5-2 0,1-4 8,0-3 1,1-2 123,-4-4 0,-1-4 156,-6-2 1,-3-4 101,12-22-29,-21-9 141,-15-3 133,-14 6 74,-6 11 0,-5 10-113,3 9 449,2 5-589,5 11 82,4 10-20,2 13-44,4 11-62,7 4 39,6 2-17,10-4-17,10-6 6,9-8-5,7-13 10,2-9 1,8-21-50,-21 1 10,12-22-16,-24 6 22,1-9 5,-12 4-10,-11 8-23,-10 13 11,-6 9 11,-4 11-22,4 1 67,3 20-39,11-4 23,11 12-6,17-7-29,18-4-10,-18-13 0,3-3-268,2-1 0,1-2 276,1-1 0,0-3 11,-2-3 1,-2-3 46,20-14 12,-20-19-39,-18-17-37,-17 21 1,-3-2-194,-2-3 1,-2 0 198,-3 0 0,-1 1 17,-1 4 0,1 2 47,-10-19-16,6 20-51,7 14 394,2 12-1409,2 14 1004,-2 16 0,3-9 0,0 6 0</inkml:trace>
  <inkml:trace contextRef="#ctx0" brushRef="#br0" timeOffset="117395">4377 10892 10142,'-53'2'1132,"0"-1"0,-1 1 1,1 0-1,6-1 0,4 1 1,-2 0-1005,-8 3 1,-3 1 0,5 1-758,1 2 1,3 1 703,1-1 1,1 0 78,-2-1 0,5 0 578,0 0-648,20-4 178,14-1-127,17 5-96,-1-2 158,29 10-40,7-6-87,-7-4 0,4 0 230,-9-3 0,4-1-257,10-1 0,6-2 0,-1 0-1081,-6 0 1,0-2 0,3 1 1059,4-1 0,5 1 1,1-1-1,0 1-4,0-2 0,0 1 1,0 0-1,3 0-329,-9 0 1,2 0 0,1 1 0,0-1 0,1 1 317,5 0 1,2-1 0,1 1 0,-2 0 0,-1 0-342,-8 0 1,-3 1 0,0-1 0,2 1 0,1-1 341,3 1 0,1-1 1,3 1-1,-1-1 1,0 1-1,-1 0-212,4-1 0,-2 1 0,0-1 0,3 1 0,4-1 215,-14 1 0,4-1 0,1 1 1,2-1-1,2 1 0,0-1 1,-1 0-1,0 1 0,-2-1-5,5 0 0,-1 0 1,-1 1-1,0-1 0,1 0 1,-1 0-1,0 1 1,0-1-6,0 0 0,0 0 1,0 1-1,-1-1 1,1 0-1,0 1 0,1-1 1,-1 0-25,-3 1 1,-1-1 0,1 1 0,1-1 0,-1 1-1,0 0 1,0 0 0,-1-1 0,-1 1 29,2 1 1,-2-1 0,-2 0-1,1 1 1,0-1 0,1 1 0,3-1-1,2 1 1,-6-1 1,1 1 0,3 0 0,1-1 0,2 1 0,0-1 0,0 1 0,1 0 0,-1 0 0,-1-1 0,-1 1 0,-1 0 1,4 0 1,-1 0-1,0 0 1,-1 1 0,-1-1-1,1 0 1,0 0 0,0 1-1,1-1 1,0 1 8,0-1 0,1 0 1,1 1-1,1-1 1,0 1-1,0-1 0,-2 0 1,0 1-1,-2-1 1,-3 1-1,-2 0-1,8-1 0,-5 1 1,-2 0-1,-1 0 1,0 0-1,1 0 1,3 0 10,-3 0 0,2 0 0,2 0 1,1 0-1,0 0 0,-2 0 0,-2 0 1,-3 0-1,-5 0-20,5-1 0,-7 1 0,-2 0 0,1 0 0,6 0 28,3 0 0,5 1 1,3-1-1,2 0 1,-2 0-1,-1 1 0,-5-1-91,4 0 0,-4 0 1,-1 0-1,-1 0 1,1 0-444,0 1 1,0-1 0,0 0-1,-1 0 1,-1 0 496,-1 0 0,1-1 0,-1 1 0,-4 0 0,-6-1 0,17 1 0,-10-1 0,5 0 0</inkml:trace>
  <inkml:trace contextRef="#ctx0" brushRef="#br0" timeOffset="118287">13983 10450 19899,'42'-42'86,"1"1"1,0 13 0,5 3 0,-4 8-79,-9 12 1,1 5 6,16-1 0,8 2 0,-7 1-922,-9 3 0,-3 2 890,16 3 0,-4 3 1,-4 6 587,-25 10-504,-55 5-11,-19 2-420,5-13 0,-5-3 397,1-2 1,0-2 61,0 0 1,1-1-18,8-3 0,4 1-5,-13 9 887,30-3-814,33-5-23,26-2-64,-10-9 0,3-1-124,6-2 0,1-2 98,2-2 1,0-1 5,-2-2 0,-2-2 25,-4-1 1,-3-2 86,11-16 1088,-23-8-1172,-27-10-21,-18-9-13,7 25 1,-3 0-193,1-1 1,-2 2 351,2 2 0,1 1 210,-11-18 0,9 11 94,11 8-385,9 9-68,12 7-10,12 8-40,13 13 18,13 13 155,-22-6 0,1 3-173,1 4 1,-2 3-385,0 4 0,-4 2 264,-3 4 0,-4 0-65,-3-8 1,-5 2-2065,-8 16 1,-7 1 2254,-4-11 0,-2-3 0,4-1 0,-1-2 0,-11 10 0</inkml:trace>
  <inkml:trace contextRef="#ctx0" brushRef="#br0" timeOffset="118989">15890 10994 17219,'10'-50'696,"-1"0"1,1 0-1,-1 0 1,1-4-1,0 3 1,-2 4 0,0-7 0,-3 8-305,-3 5 362,-4-2-720,-4 48-12,-3 27-8,4-2 0,1 5-613,0 11 0,1 2 582,1-5 1,0 2-16,1 8 0,1 5 1,1-2-392,-2-11 0,2-2 1,-1 4 367,0 0 0,0 4 1,0 0-1,0-2-106,0 6 1,0-2 0,0-1-266,0-3 0,0-1 0,0-2 22,-1 13 1,1-6-48,-1-12 0,-2-5-356,-8 1 1197,-8-42-463,-8-35-568,11 4 1,3-8 700,4 2 0,1-7 1,1-3-1,1 0 45,1-3 0,2-1 0,0-1 0,-1 0-217,1 1 0,0 0 0,0 0 0,1 0 215,2-2 1,1-1 0,0 2 0,0 5-291,0 5 1,0 4 0,1 1 228,-1 0 1,0 0 0,0-2 52,2-9 1,1-2 0,1 7-68,-1 11 0,3 1-108,4-7 1,4-4-1,4 9 91,2 12 1,3 5-12,11-8 0,4 5 0,-3 13 0,1 6-6,1 5 0,-1 5 6,2 4 0,-3 5-6,0 6 1,-3 4-4,-2 5 1,-3 3 8,-4 2 0,-5 2-14,-3 0 0,-6 0 17,-8-2 0,-8-1 8,-17 1 0,-8-5-11,7-8 0,-4-3 6,-22 3 0,-6-6-4,6-7 1,1-4-3,9 2 0,0-2-115,-8-3 0,6-3 699,15-3-584,12-13 0,12 11 0,11-7 0</inkml:trace>
  <inkml:trace contextRef="#ctx0" brushRef="#br0" timeOffset="119740">16478 10681 19419,'44'-18'61,"1"0"1,0-1 0,10-2 0,-5-2-20,-18-3 0,-5-3-11,-5 1 0,-2-3-12,5-11 1,-1-2-1,-4-5 1,-2-2 2,-4-1 1,-2 0 16,-3 2 0,-3 2 0,-2 12 1,-4 1 663,-7-3 1,-6 5-430,-13 2 377,-15-1-584,3 37-55,15 8 4,1 28 12,16 7-14,3-14 0,3 2-735,8 16 1,3 0 728,-4-15 1,2 0 5,11 18 0,3-1-150,-4-18 0,1-3 119,7 8 1,3 0-147,2-5 1,3-2 19,12-1 0,2-4 79,-15-10 0,1-2-68,17-1 0,-1-7 23,-17-10 0,-2-5 72,6-1 1,-1-4 36,-5-5 0,-3-3 39,16-26 17,-29 15 0,-3-2 90,1-21 39,-12-3-96,-8 27 85,-15 7 78,-13 16 1461,-1 6-1685,-5 11 960,19 4-971,5 12 451,9-1-473,2 15 5,5-13 22,14 14 12,5-23-12,3 3 34,6-13 11,-6-7-5,7-10 33,3-19-44,-9-7-23,-3-4 50,-10-7 152,-7 2 10,0 5-32,-6 5-130,-2 22-67,-2 7-22,-1 11 17,4 9 16,2 25-28,10 2-5,10 12-6,2-18-78,15 5-297,1-10-174,-11-13 1,4-1-2018,12 0 1,1-4-1635,18 3 3538,-17-10 1,-4-2 0,-14-5-1,-1 0 1</inkml:trace>
  <inkml:trace contextRef="#ctx0" brushRef="#br0" timeOffset="120296">18399 10446 19171,'-20'-44'1166,"0"0"1,2 4 0,-1 11-903,-1 19 105,-5 8-134,4 9-72,-4 8-34,-1 21-79,10 3-33,3 1 22,10 1-39,8-10-3482,9 18 3382,1-18-733,23 14 586,-16-30-5,8-3 0,2-4 129,1-8-1077,8-6 0,0-4 1205,-3-3 88,0-8 0,-2-3-5,-6-7 80,3-8 2375,-21 4-1972,-14 9-73,-8 4-195,-12 9 3228,-7 11-3452,5 5 332,0 7-315,14 8-24,10 1 1,12 4-11,15-7-6,11-6-56,-4-4 39,23-6 39,-22-8-22,10-7 6,-24-9-17,-12-10-28,-10 4 22,-21-19-22,-5 18 56,-17-6-17,6 22-11,3 9 0,6 11-29,7 8-4,8 3 21,1 27-16,9-4-23,9 22 6,6-19-216,11-10 1,6-1-983,0-8 0,3-1-1438,19 10 1,4-2 2130,-6-8 0,-2-4 0,-13-4 0,-2-4 0,8 2 0</inkml:trace>
  <inkml:trace contextRef="#ctx0" brushRef="#br0" timeOffset="121037">19128 10293 18840,'8'-49'1002,"1"0"1,-2 5-1,-2 10-614,-4 23-215,-6 6-72,-8 8-6,-12 10-44,1 2 38,-22 27-72,21-18-3,3 1 0,0 3 3,8 2 0,2-1 5,-6 14-5,8 19 50,24-36 45,13 1-17,18-11-11,12-11 6,5-15-1,-3-12-453,-9-14 454,-15-12 83,-14-7 118,-12-4 90,-11 4-23,-4 10-112,-4 14-139,3 15-90,1 12-1,1 16-4,0 11-35,-1 15 23,2 11-11,3 7 0,5-10-115,2-12 0,4-1-703,13 11-123,-6-15 0,3-1-3249,22 6-5630,2-16 9348,-12-8 0,-12-9 1,-15-1-1</inkml:trace>
  <inkml:trace contextRef="#ctx0" brushRef="#br0" timeOffset="121472">19686 10143 19042,'16'-53'1340,"-1"-1"1,-1 6-1,-3 11-1121,-4 24-124,-3 11 17,0 15 28,1 17-45,0 20-76,-2-16 1,-1 1 2,0 6 1,-1 2-6,1 14 0,-1 0-492,1-17 1,-1 0 476,1 14 1,2-2 9,2 6-617,1 3 644,-1-25 364,-2-15-241,-4-23-128,0-12 16,0-16-16,-1-13 5,4-11 28,7-8 247,-1 31 0,2 1-207,19-24-7,5 14 621,2 16-699,-1 13 1,-3 13-6,-1 11-23,-1 16 23,0 12-6,-2 10-17,-15-18 1,-2-1-12,3 13 23,-21 10 38,-25-26-55,3-13 0,-4-4-298,-8-2 0,-4-4 93,-4-5 1,-2-4-244,0-4 0,0-3-572,4-5 0,3-3 1031,7-5 0,4-1 0,-4-2 0,17 0 0</inkml:trace>
  <inkml:trace contextRef="#ctx0" brushRef="#br0" timeOffset="122197">20470 10553 13961,'-2'5'7707,"0"-2"-5024,2-3-2498,54-15 17,-20-27-174,-1 23 0,-1-4-421,-15-16 1,-7-5 408,-5 8 1,-1-2-3,1-12 0,-1-3-6,0-2 1,-1 1 13,-1 2 1,0 2 33,0 5 0,-2 2 92,-2 8 1,-1 3 31,-6-11-80,-3 19-72,2 13-22,0 26-17,5-1 662,-4 34-646,6 7-8,3-15 1,1 3-745,3 6 0,3 1 744,2 4 0,3 2-1,2-12 1,2 2-1,0-4-5,1 3 1,2-2-15,1-5 1,3 1 0,0-5-224,2-5 1,1-4 107,5 4 1,3-3-23,-3-8 1,0-6-104,27-8 140,-5-24 100,-15-6 28,-10-22 1,-5-5 6,-4 5-1354,0-9 1,-3 2 1414,-8 20 78,1-12 1013,-6 26-1057,-6 3 227,-4 13-272,-15 44-40,10 8-11,4-13 1,4 2-29,16 21 23,17-18 22,15-10 33,-9-21 1,1-5-1,14-10 12,5-22-22,-40-22-171,-12 20 1,-4-2 141,-2-3 1,-5 0 52,-6-5 1,-3 2 3,-10-11 13,5 24 0,-5 4 177,-25 9-118,-1 6-44,-8 17-40,18 18-45,13 3 29,3 24-23,15 2-23,10-10 1,4 1-6,2-14 0,3 0-95,13 16 0,8-2-853,4-13 0,5-3 948,-2-1 0,4 1 0,-4-3 0,-2-2 0,-2-4 0,1 0 0,-1-1 0</inkml:trace>
  <inkml:trace contextRef="#ctx0" brushRef="#br0" timeOffset="122756">16309 11037 9330,'-56'-1'1469,"1"-1"1,-1 1 0,3 0-1,1 0 1,2 0-686,-8 2 0,2 0-910,1 0 0,0 0 641,5 0 0,3 1-106,8-1 0,3 0 317,-10 0-429,28 0 247,31-1-118,30 1-225,-5-2 1,5 0-441,-5 0 1,6 0 352,10-2 1,12-1 0,1 0 0,-7 0-821,-13 1 1,-4 1-1,6-2 726,-1 1 1,6 0 0,5-1-1,1 0 1,-2 1 0,-3-1-552,10 1 1,-4-1-1,1 1 1,4 0 538,-10 1 0,3-1 1,2 1-1,2-1 1,0 1-1,0 0-214,-4 0 0,0 0 1,1 0-1,1 1 1,0-1-1,1 1 1,0 0 209,-4 0 0,0 0 0,1 0 0,1 0 1,-1 0-1,1 1 0,0-1 0,1 1-108,1-1 0,1 1 0,0 0 1,0 0-1,1 0 0,-1 0 0,0 0 1,1 0 105,-8 1 0,1-1 1,0 1-1,0-1 1,-1 1-1,1 0 1,0 0-1,-1 0 1,0 0-3,5-1 0,0 1 0,0 0 0,0 1 0,0-1 0,-1 0 0,-1 0 0,1 0 12,3 0 0,1 1 0,-1-1 0,0 1 0,-2-1 0,1 1 0,-2-1 10,5 1 1,-1-1-1,-1 1 1,0-1-1,-2 0 1,-1 1 0,5-1 1,-2 0-1,-1 0 1,-1 0-1,-2 0 102,4 0 1,-1 0 0,-2 0 0,-3 0-117,4 0 1,-2 0-1,-5 0 493,3-1 1,-9 1-998,-8 0 0,-36-1 1</inkml:trace>
  <inkml:trace contextRef="#ctx0" brushRef="#br0" timeOffset="124570">13584 12719 16829,'-4'0'2896,"0"0"-2263,4 0-208,89-68-2719,-43 43 2342,-3-2 1,9-5 0,-3 7-24,-8 11 0,-1 4-32,10-3 1,0 1 9,-7 2 0,-3 1 500,21-3-531,-36 8 62,-34 12-23,-19 2-3,-5 1 1,-5 3-341,-13 5 0,-2 0 351,11-3 1,-3 2 51,-2 2 0,-5 3 0,7 0 36,8-2 0,4 0-49,-9 4 1,3 2 87,-4 17-40,30-14 46,17 4 50,47-7-166,-16-19 0,3-3 762,3 0 1,2-4-774,8-6 1,1-4-10,2-6 1,-2-2-9,-8 4 1,0-4 36,-5-3 0,1-5 0,-8-1-277,-13-1 1,-5-2 250,8-4 1,-7-3 30,-16-1 1,-10-2-273,-9 0 1,-5 1 417,-1 0 0,-2 1-70,0 3 0,-2 2 148,2 5 0,2 3 50,1 0-122,-4-4-163,21 18 313,12 6-330,11 11 1198,4 3-1217,5 12 0,1 3-3,4 7 2,5 13 1,-2 6-23,-17-16 1,-3 2-148,5 18 1,-6 3-153,-12-6 0,-7-1-1294,-7 3 0,-4-3 518,1-9 0,-2-1 1095,-14 13 0,1-6 0,9-13 0,-13 14 0</inkml:trace>
  <inkml:trace contextRef="#ctx0" brushRef="#br0" timeOffset="125629">15771 12584 20559,'-7'-51'1034,"0"1"1,2 0 0,-1 21-963,2 37 24,0 19-2138,-1 12 0,1 4 2059,1-9 0,1 2-6,-1 7 0,1 4 0,1-1-58,2 8 0,0 2 45,0-9 0,0 3 0,0 1-15,0 1 0,0 0 1,0 1-59,-1 0 0,-2 0 1,0 0-485,0 0 1,-2 0 0,-1-1 300,-1-4 1,-1-1 0,-1-1-32,-4 13 0,-2-5 138,2-15 0,-2-6-6,-9-3 2432,3-47-2303,3-36 36,10 10 1,1-4-116,0-11 0,2-3 137,1 16 0,2-2 0,-1 0-1,1-4 1,1 0 0,-1-1 13,0-2 0,1 1 0,0-1 26,-1 2 0,0 0 0,0 0 4,0 4 0,0-1 0,0 2 318,-2-16 1,2 2-336,2 5 0,3 4-282,3 6 1,3 3 255,5 5 1,5 4-23,4 6 1,5 4-4,3 4 1,4 6-6,3 3 0,2 5-8,3 2 0,0 5-4,2 5 1,-3 3 8,-8-3 1,-2 5-10,12 14 1,-4 6-1160,-15 1 0,-3 1 1173,3-2 1,-4 2 14,-14 4 0,-10-1 825,-34 7-826,6-17 1,-5-2-6,-7-3 1,-5-2 100,-1-3 0,-1-3-101,2-4 1,1-3-18,6-3 0,3-4 149,-14-11-1762,29-13-1087,36-7 2706,15 3 0,-3 10 0,-8 9 0</inkml:trace>
  <inkml:trace contextRef="#ctx0" brushRef="#br0" timeOffset="126630">16426 12400 22895,'25'30'252,"18"4"-232,-3-14 0,3 1-541,-1 1 1,-3 2 525,-5-1 1,-5 1 11,7 20 103,-34-2-75,-29-6 5,-21-8 308,-6-12-190,9-15-44,19-19-29,20-12 534,21-8-533,18-1-35,15 2-39,-20 20 1,2 1-55,2-1 1,1 2 36,1-1 1,-1 1 0,0 0 0,-1 0-4,0 1 1,-2-1 3,27-14-1,-7 3-16,-14 9-6,-1 6 17,-22 8 0,-1 1 12,-15 5-12,-3-1 16,-11 6 316,4-2-287,-6 5 22,3 0-22,3 1-17,2 2-11,4 1-6,3 1 28,8 1 6,6-1 0,10-3 16,11-5 6,7-4 6,5-11 0,-1-6 17,-4-9 16,-6-17-78,-15 11 62,-5-15 16,-18 15 12,-5-3 28,-8 6 22,-9 8-118,3 8-33,1 8 17,2 10-18,2 9-16,-4 11 12,2 18-12,9-13-12,6 19 7,17-17-18,12 8 18,19-3-212,-12-22 1,3-2 48,17-1 0,0-3 92,-13-4 0,0-2-95,15-3 0,-1-5-53,5-13 146,4-11 67,-20-12 16,-18-7 35,-13-5 32,-7 0 29,-4 9 39,0 10 84,-1 10-157,2 10 299,1 5-360,1 7-12,5 8 17,2 10 1,6 12-18,6 20-11,0-5 6,0-2 28,3-10-6,-7-15 135,5-4-95,-8-12-35,0-9 63,6-25-51,-2-5 22,9-22 0,-13 23 1,-2 0 39,6-21-46,-3 4 68,-4 16-112,-6 22-44,0 0-253,3 16-1675,3 7-1579,3 3 2703,6 6 0,-11-12 0,1 1 0</inkml:trace>
  <inkml:trace contextRef="#ctx0" brushRef="#br0" timeOffset="127470">17829 12530 15568,'15'-52'948,"1"0"1,-2 10-1,-4 3 990,-11-16-1361,-1 27 856,-1-5-1237,2 20 410,1 7-594,0 7 1190,1 12-1162,3 16-4,-1 5 0,1 4 0,-1 3 1,-1 2-259,-1 15 0,-1 0 247,-2-16 0,0 1 14,-4 11 1,-2 3-12,0 1 0,0 1-874,1 0 0,0-1 852,1-3 0,1-2 13,4-6 1,0-5 41,1-1 96,1 4-28,-1-41-101,0-37-17,0 2-3,0-4 1,-1-2 293,-1 3 1,0 0-298,0-2 1,0 0 11,-1-1 0,1-3 3,0-6 1,2-5-1,0 2 259,1-7 1,0-1-277,1-1 1,-1-5 0,2 5 4,3 0 1,1 5-23,3 4 0,2 5-161,-3 12 0,3 3 175,6 1 0,4 4 0,36 2 0,-27 13 0,1 4 0,7 7 0,-1 4 0,12 11-3,-21 2 1,-1 4-15,-3 9 0,-1 4-10,-2 1 1,-2 1 9,0 8 1,-6 1 2,-11-11 0,-7-2 28,-6-3 0,-8-2-12,-8-3 1,-7-3-14,-9-3 0,-3-4 9,-7-4 0,-2-4-346,-2-3 1,0-4-499,3-6 1,1-3 845,3-5 0,4-1 0,-4-3 0,14-2 0</inkml:trace>
  <inkml:trace contextRef="#ctx0" brushRef="#br0" timeOffset="128933">13573 14620 18554,'-50'-8'728,"0"0"0,5 0 1,7 1-214,7-1 639,5-7-952,21-1-146,22-9-23,39 1-25,-12 11 1,5 1-780,11-1 0,3 1 761,-16 5 1,0 0 0,3 1-30,9 1 0,2 2 0,-3 0 11,1 1 0,-1 2-14,-13 2 1,2 1 0,-10 4-20,-1 18 66,-28 15 6,-26-13 1,-12 0-214,-14 6 0,-9 0 246,2-4 1,-5 1 0,2-1-572,15-8 1,1-1 0,-1 0 582,-13 7 0,-3 0 0,7-2 28,8-4 0,4 0-729,-2 5 1,3-1 666,-3 5 62,38-5 6,33-19-62,-2-7 0,4-4-20,11-3 1,3-4-245,8-4 1,2-4 248,-19 6 0,1-2 0,-1-1-6,2-6 1,0-3-1,-5 1-4,2-1 0,-5-4 16,1-16 1,-11-4 473,-18 12 1,-6 0-450,-4-10 1,-5-1 33,-4 5 1,-6 2 92,-3 7 0,-4 3 72,2 7 1,0 3 2955,-15-5-3014,14 14-157,16 8-28,19 11 1387,16 12-1390,5 5 0,2 3 3,-8-5 0,1 1-218,16 16 1,-1 5 211,-14-8 0,-3 2-36,3 12 0,-4 4-255,-9 3 1,-8 2-1206,-11 4 0,-9 1-795,-2-19 1,-3 0 0,-3-1 1903,0-4 0,-3 0 1,2-4-1,-3 3 0,2-6 1,-8 7-1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06:59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4342 2426 20660,'7'9'1299,"-2"-2"-1130,-3 5-85,-1-5 101,-1 6 95,-5 2-196,1-3 190,-13 7-145,9-13 213,-8 2-57,8-13-128,-1-12-62,3-17-33,5-13-34,10-7-22,9 3-6,12 10-12,8 11 7,6 15-3404,16 14 3409,-18 9-55,-11 4 0,-2 5 22,4 25 24,-17-12 1,-4 5 2,-7 5 1,-10 5-3,-11 0 1,-9 2-1,-2 0-744,-2-1 0,-3 0 0,-2-2 750,-2 3 0,-2-2 1,-2 0 4,-3-3 1,-1-1 0,1-4-177,-5-1 0,1-3 243,-6 2 0,1-6 95,12-9 0,3-9 2444,-13-21-2486,27-6 102,19-32-129,23 9-63,17-6-16,-2 23 0,1 5-11,17-3-12,-11 14 0,0 5 254,18 17-492,-22-2 0,2 3-697,-1 5 0,1 3-3975,7 12 1,-2 0 3714,-16-12 1,-2-2 0,1 3 0,-5-5 0,-14-12 0</inkml:trace>
  <inkml:trace contextRef="#ctx0" brushRef="#br0" timeOffset="1738">5928 3204 22210,'12'-43'392,"0"0"0,0-1 0,2-7 0,-1 4-235,-2 12 0,0 2-372,0-26 287,-5 18 1,-1-2-493,-2-5 1,-1-1 449,-1-2 1,-1 1 3,-2 3 0,-1 3 152,1 7 1,-3 4-126,-4-9-26,0 24-57,-1 22 249,-3 19-211,-3 25-8,9-15 1,2 4 120,0 9 0,1 2-140,5 7 0,1 2-603,1 5 0,1 1 481,-1-19 1,1 1 0,-1-1-225,0 0 1,0 0-1,-1 0-610,1 17 1,-2-1-418,0-8 1,-1-3-786,-2-10 1,-2-5-3746,-9 7 3058,-12-28 2856,-8-29 0,-10-21 375,20 11 0,1-3 2454,-2-3 0,2-1-812,1 0 0,1 0-508,1 2 0,2 1 457,-9-23-986,9 9 681,21 7-1521,21 5-79,29 3-55,-16 15 0,5 2-605,9 0 1,3 2 482,-14 4 0,2-1 0,1 2-641,3 0 1,1 0 0,1 0-299,1 1 0,0-1 1,1 1 1054,3 0 0,1-1 0,-5 1 0,-5 0 0,-3 1 0,-6 0 0,0 0 0</inkml:trace>
  <inkml:trace contextRef="#ctx0" brushRef="#br0" timeOffset="2522">7832 2785 15384,'-4'-1'4442,"1"0"-2925,3 1-553,-59-67-420,36 28-371,-11-7 1,6-2 44,26 1-100,17 3-40,24 1-61,-6 17 11,24 1-17,-12 19-11,17 4 0,-29 6 0,0 4-230,1 4 1,-2 2 206,0 5 1,-4 3-12,-4 3 1,-4 2-15,-6 2 1,-5 2 5,-10 2 0,-7 1 28,-6 1 0,-5-1 22,-7 0 1,-4-3 7,-1-3 1,0-3 16,1-4 1,0-4 104,-19 6 91,14-14 326,9-27-404,15 6-22,4-17 39,12 11-123,-1 6 446,18-7-469,4 12 16,20 0-32,8 14-1,7 7-219,-28-2 0,-2 3 205,-1 0 1,-3 1-9,15 21 6,-25 3-67,-50 7-383,-3-14 245,-8-11 1,-7-3-2148,-5-5 0,-1-3 1649,10-1 0,-2-1-1540,2-3 1,-2 0-1,4-3 2021,5-1 1,5-1-1,-28 0 1,29-1-1</inkml:trace>
  <inkml:trace contextRef="#ctx0" brushRef="#br0" timeOffset="2962">6818 2836 15765,'0'-3'5248,"0"0"-3186,0 3-1939,-52-10-62,32 18 1,-14-2 0,0 4 66,13 31-44,-3 15-22,10-1 16,14 7-27,6-22 103,19 2 35,9-30 53,17-5-65,-16-17 1,-1-3-222,13-8 233,-16-2 0,-5-5 130,-3-17-212,-12 16 1,-3-2 12,-7-7 1,-4 1-25,-7-12-70,-12 15 1,-6 6-54,-19 10-6,-12-3 10,26 22 0,0 5-210,1 5 1,1 3-1167,2 2 0,3 2 1504,-20 22 0,31-18 0,12-9 0</inkml:trace>
  <inkml:trace contextRef="#ctx0" brushRef="#br0" timeOffset="3897">9766 3312 16930,'2'-61'1079,"0"1"1,0 16 0,-1-2-1,0 2-376,0-13 1,0 1-1382,0-1 0,0 0 1022,0-4 1,0 3-102,0 22 1,0 4 609,0-6-836,0 21 366,5 31-370,0 4 8,5 24 0,0 8-1,-2-4 0,-1 5-445,-1 1 1,-1 5 0,-1-1 430,-2-14 0,-1 0 0,-2 3-302,-5 10 0,-2 5 0,-2 2 0,0-5 281,-3 0 0,0-3 0,-2 2 4,1 0 1,-2 3 0,0 0 0,0-6 16,0-3 1,-1-5 0,1-4 5,-2 5 1,-3-8-97,-15-5 80,14-31-19,-6-45 3,16 1 22,6 2 0,1-8 0,1 0-669,2 4 0,1 0 0,1-1 668,-1-8 1,0-2 0,2-3 6,1 0 1,1-5-1,0 1 1,0 7-7,1-8 1,-1-1-1,-1 16 0,0-6 1,1-3-1,-1 2 1,0 7 39,0 2 0,0 5 0,0-2-44,1-15 0,1-2 1,2 4 1,5-2 0,5 5 4,3 5 1,5 5-6,5 5 0,5 5 15,6 5 0,2 5 5,-7 6 0,3 6-26,23 4 0,2 9 492,-20 7 0,-2 5-537,18 7 0,-4 7-29,-20 6 1,-9 6-147,-8 5 0,-8 3 59,-12 4 0,-9 0 149,-7 1 1,-6-3 159,-6-3 0,-3-4 60,-2-5 1,0-6 7,9-10 1,-2-3-823,-9-2 1,0-7-3774,-9-13 4500,-10-4 0,32-5 0,13 1 0</inkml:trace>
  <inkml:trace contextRef="#ctx0" brushRef="#br0" timeOffset="4514">10471 2296 19051,'2'-3'4935,"-1"1"-2699,-1 2-1445,83-3-425,-51 11-343,21-1 0,0 7-155,-20 27-498,-14-12 1,-2 1 360,-4 2 0,-4 2-2,-2-2 0,-4 0-256,-10 30 143,-11-8 167,-14-9 446,-3-12 217,6-13 994,-1-14-377,18-11-452,0-24-779,22-5 305,15-20-63,-4 27 0,4 1-44,4 0 0,2 1 13,5-1 0,0 3-26,1 0 0,1 3 34,-2 2 1,0 1 220,-3 3 1,-2 2 780,15-4-195,-2 2-542,-26 9-219,1 0-37,-19 11-734,-9 7 229,-7 12 583,-4 9-621,-2 9 0,5 4-71,6 3-27,8-2-93,11-4 553,9-6-339,9-7 322,11-10 106,-10-11 503,9-17 410,-21-5 537,7-31-630,-15 16-596,-1-9 0,-4-2 162,-6-14-325,1 15 0,-2 0-113,-5-17-345,0 14-617,0 14-423,3 14 615,1 7 898,0 15 526,2-1-3155,-3 37 119,6-20 2478,5 26 1,-1-38-1,1 0 1</inkml:trace>
  <inkml:trace contextRef="#ctx0" brushRef="#br0" timeOffset="4946">11832 2494 23637,'0'-5'2908,"0"2"-3368,0 3 837,-16-8-423,-2 28 177,-20 5-49,16 2 0,1 5-481,-4 0 0,-2 1 273,-2-1 0,0-1 242,3-5 1,1-2 627,-14 9-165,17-25 125,13-14-368,13-24-272,9-9 214,15-17-388,-10 25 1,1 1 136,3 1 0,1 1 5,-1 2 1,0 2 653,16-12-1163,-10 14 301,-8 11 198,-8 10-3554,11 34 3147,-11-8 300,2 8 1,-1 4-50,-6-6 1,-2 2 10,1 13 0,-1 3-371,-3 5 0,-4 2 373,-2 4 0,-5 2-23,-2-1 0,-6 1 90,1-18 0,-4-1 0,-2-3-320,-12 11 0,-5-6 25,1-6 1,-4-9-2048,-9-18 0,2-10 2388,-5-14 0,2-7 1,41 6-1</inkml:trace>
  <inkml:trace contextRef="#ctx0" brushRef="#br0" timeOffset="5146">11910 2098 29819,'-17'39'-857,"0"1"1,10 5 0,10-7 0,15-21 0,11 10 0</inkml:trace>
  <inkml:trace contextRef="#ctx0" brushRef="#br0" timeOffset="5514">12175 2449 21835,'-4'0'4285,"1"0"-3279,3 0-1119,15-1 148,25-4-39,-4 0 51,26-7 25,-26-2-22,10-12-100,-19 8 512,-3-18-242,-19 20 13,-6-16-258,-10 13-64,-8-3 179,-8 7 225,-12 8 130,11 7-194,-12 9 298,15 10-219,-3 12 97,6 9-78,11 10-507,10-12 0,3 1-668,7 17-358,2-12 0,7 0-2120,9-8 1,3-4 145,-7-4 1,3-2 3090,11 3 0,-1-6 1,-11-13-1,-1-2 1</inkml:trace>
  <inkml:trace contextRef="#ctx0" brushRef="#br0" timeOffset="5964">13019 2453 28002,'-11'-49'-349,"-1"1"0,4 4 0,-4 12-547,-17 28 1822,-9 21-49,5-3-655,2 18 0,1 8-215,13-5 1,4 2-64,-7 12 0,3 1-365,11-5 1,6-2 468,7-9 0,5-4 12,6-3 0,3-4-473,20 8 280,17-19 0,3-7 133,-29-4 0,1-3-496,14-1 0,6-3 1,-7-1 755,-13-2 1,-2-3 56,20-8 1,0-7-411,-6-6 1,-4-6 406,0-3 1,-3-4-134,-3 3 1,-4-6-159,-11 0 0,-2-7 0,-4 5-154,-2 5 0,-2 1-6,0 2 0,2-2 0,-6 4 130,-6-2 1,-5 7-507,-7-4-163,-4-4 206,-1 24 518,9 15 98,-4 12 2322,5 6-1845,-11 45-493,12-27 0,0 2-426,-3 21 0,1 1 411,3-12 0,1 1-50,1 15 0,2 3-705,2-16 1,1 1 0,2 0 194,0-1 1,1 0 0,1 1-411,1 4 1,2 1 0,0-6-339,1-5 0,1-4-1868,-1-4 1,0-5 2980,-4-7 0,0-3 0,-6-14 0</inkml:trace>
  <inkml:trace contextRef="#ctx0" brushRef="#br0" timeOffset="6347">13405 2542 26127,'-3'-7'213,"0"2"-954,6-55 368,32 35 435,-23-8 1,3 2-246,19 22 0,4 9 166,23 0-608,-20 2 0,-1 1 240,-8 0 0,0 0-42,15 2 1,-1 1 444,17 1 9,-19-3 0,0-1 153,16-3 277,-14-9 300,-19-8 585,-16-16-1121,-12 7 589,-12-11-363,-3 12 778,-6-2-1203,5 7 408,1 3-701,9 10 68,1 0 163,5 11 99,5 10-62,6 14-103,11 17 14,1-3 40,0-3 0,2 3-23,-7-13 1,-1 2-323,8 13 1,-2 0 155,-9-11 0,-4-1-625,-3 20 296,-12-19-1301,-21-13-7960,-19-25 9639,7-4 0,3-3 0,23 3 0</inkml:trace>
  <inkml:trace contextRef="#ctx0" brushRef="#br0" timeOffset="6497">14089 2347 31276,'-3'14'-2259,"-7"18"1554,-3 3 1,-4 5-4212,-1 2 1,0 0 3296,4-10 1,0-3 0,-6 13-1,14-31 1</inkml:trace>
  <inkml:trace contextRef="#ctx0" brushRef="#br0" timeOffset="7030">3535 3846 15311,'-57'-3'282,"-1"1"1,1 0 0,-12 0 0,19-2-132,39 1 235,64 4 57,-4 1 0,7 1-1560,-7 0 1,3 0 0,3 1 1386,-4-1 0,2 0 1,2 0-1,3 0-315,-4-1 1,2 0 0,2 0 0,2 0 0,0 0 130,0 0 1,1-1 0,1 1 0,1-1 0,2 0 0,0 0-88,-9-1 1,1 1-1,0 0 1,1-1-1,1 1 1,1-1-1,0 0 1,1 1 31,-1-1 0,1 0 0,1 0 0,0 0 0,0 0 0,2 0 0,-1 0 0,2-1 1,-1 1-96,-7 0 0,1-1 0,0 1 0,0-1 1,1 1-1,0-1 0,1 1 0,0-1 0,0 1 1,0-1-1,1 0 78,-2 0 1,0 1 0,1-1 0,0 0 0,0 0 0,1 1 0,0-1 0,0 0 0,0 0 0,1 0 0,-1 0 0,1 0-5,-2 0 0,0 0 1,0 0-1,0 0 0,1 0 1,-1 0-1,1-1 1,0 1-1,0 0 0,1 0 1,-1 0-1,0 0 0,1-1-3,-3 1 1,-1 0-1,1 0 1,0 0 0,1 0-1,-1 0 1,1-1 0,-1 1-1,1 0 1,-1 0 0,1 0-1,0 0 1,-1-1 0,1 1 0,0 0 0,1 0 0,-1 0 0,1 0 0,0-1 0,-1 1 0,1 0 0,0 0 0,0 0 0,-1 0 0,1-1 0,0 1 0,0 0 0,-1 0 1,0 0 0,0 0 0,0 0 0,-1 0 1,1 0-1,-1 0 0,1 0 0,-1 0 0,1 0 1,0 0-1,1 0 0,0 0 0,0 1 1,1-1-5,-4 0 1,2 0 0,0 1 0,2-1 0,-1 1 0,2-1 0,-1 1 0,0-1 0,0 1 0,-1-1 0,0 1 0,-1-1 0,-2 1 0,0-1 0,-2 1 0,-1 0-6,13-1 1,-3 1-1,-2-1 1,-1 1-1,-2-1 1,1 1 0,-1-1-1,2 1 1,1 0-1,2 0 0,-8 0 1,3 0 0,1 1 0,1-1 0,1 0 0,0 1 0,-1-1 0,0 1 0,-1 0 0,-2 0 0,-2 0 0,-3 0 0,-3 0-46,12 0 0,-4 1 0,-3 0 0,-2 1 1,0-1-1,0 1 0,2-1-595,5 2 1,1-1 0,1 1 0,0 0-1,-1 0 1,-3 1 0,-2-1 639,4 2 0,-1 0 0,-2 0 0,-4 0 0,-5-1 0,6 2 0,-6-1 0,-7 1 0,16 5 0</inkml:trace>
  <inkml:trace contextRef="#ctx0" brushRef="#br0" timeOffset="11163">2212 2210 14645,'-13'47'402,"1"1"0,-1-1 0,0 6 0,1 1 1,1 1-331,2 4 1,2 2 0,0 2-1411,1-10 0,-1 1 1,1 1-1,0 1 1331,-1 4 0,0 2 0,1 1 0,0-1-40,1-10 0,1 0 0,0 0 0,0 0 0,1 0-290,0 12 0,0 0 1,1-1-1,2-1 155,1-5 0,1-1 0,1-2 0,1-1 103,3 6 1,1-3-1,3-4-406,6 8 1,4-8-320,-2-20 1,1-8-738,13-10 617,-10-45 792,-15-1 1,-3-3 790,-2 0 1,-1-3-627,0-21 1,-2-6-12,0 9 1,0-2-1,0-2 6,0 11 1,0 0-1,0-1 1,0-1 35,0-10 0,0-2 1,0-1-1,0 3 39,0 7 1,0 1 0,0 1 0,0 0 25,1 1 1,0 0 0,1 1 0,0 0 34,0-12 1,1 0-1,1 1 21,1 4 0,2 1 0,0 2-48,1 4 0,1 1 1,2 3 113,5-16 1,5 4-14,1 8 1,3 4 37,4 7 1,3 5 7,3 4 1,5 4 405,2 5 1,4 5-111,5 3 0,3 3-88,5 4 0,3 3-229,-16 2 0,2 2 0,1 0-279,5 0 0,2 0 0,2-1 241,-10 1 0,1 0 0,0-1 0,2 0-16,6-2 1,0 0-1,1-1 1,1 0-107,-7 0 0,0 0 0,1-1 0,0-1 1,1 0-83,4-1 1,0-1-1,1 0 1,1-1-1,0 0-103,-6 0 1,-1 0-1,1 0 1,1 0-1,-1-1 1,1 0 241,3-1 0,0 0 1,0 0-1,0 0 0,1-1 1,0 0-151,3 0 0,-1 0 0,1-1 0,1 1 1,-1-1-1,1 1 132,-8 1 1,0 0 0,1-1 0,0 1 0,0 0 0,0 0 0,0 0-88,1 0 0,1 0 0,-1 0 1,1 0-1,0 0 0,0 0 1,0 0 39,0 0 0,1 0 1,0 0-1,1 0 0,-1 1 1,0-1-1,1 0-27,-1 1 0,1-1 0,-1 1 0,1 0 1,0-1-1,-1 1 0,1 0-19,1 0 0,0 0 1,0 0-1,0 1 1,-1-1-1,-1 1 0,-1 0-109,-2 1 1,-3-1 0,0 1 0,-1 0 0,3 0 0,3 0-47,-2 0 1,5 0 0,1 0 0,1 0 0,1 0-1,-1 1 1,-2-1 0,-4 1-45,4 0 1,-4 1 0,-2-1 0,1 1 0,2 0 0,3-1 48,-9 2 1,3-2 0,1 1 0,2 0 0,0 0 0,0-1-1,0 1 1,-2 0 0,-1 1-30,5-2 0,0 2 0,-2-1 1,0 1-1,0-1 0,-1 1 0,1 0-20,0 0 1,-1-1 0,1 1 0,-1 1-1,0-1 1,0 0 0,1 0-18,-2 1 1,0-1 0,0 1-1,0 0 1,0 0 0,0 0-1,0 0 29,-1 0 0,-1 0 1,-1 1-1,1 0 1,1-1-1,0 1 0,1 0 50,-1 0 1,2 1 0,0-1 0,1 0 0,0 1 0,-2 0 0,-1 0 0,-3-1-9,11 1 1,-3 0 0,-3 0 0,2 0 0,3 0 49,-7 0 0,4 1 1,1-1-1,0 1 1,-1 0-1,-2 0 0,-4 0-30,14 1 1,-6 1 0,0 0 0,3 0 25,-4 0 1,3 0 0,1 0 0,0 1 0,-1 0 4,-2 0 1,0 1 0,0-1-1,-2 1 1,-2 0-13,1 0 0,-4 0 1,1 0-1,3 1 55,-7-1 0,3 1 0,2 0 1,0 0-1,-2 0 0,-3-1 6,6 1 0,-3 0 1,-1 0-1,5-1-44,-8 1 1,4 0 0,1 0 0,0 0 0,0-1 0,-3 1-16,1-1 1,-2 0 0,-1-1-1,0 1 1,0 0 31,11 0 1,0 0-1,-1 0 1,0 0-50,-2 0 0,-1-1 1,0 1-1,-1-1 186,-3 0 1,-1 1-1,0-1 1,-2 0-179,13 1 0,-2 0 1,-1 0-13,-7 0 1,-2 0 0,-1 1-46,12 1 0,-4 1 103,-12-1 1,-6 1 1376,13 8-1208,-26 3 2181,-16 2-2142,-9 5 2305,-3-3-2220,0 18-113,-1-8 0,1 20 55,1-3 170,-3 9-159,0-24 0,0 2 10,-3 5 0,-2 3 13,0-2 0,-2 3 0,1-3-39,-2 6 0,0 1-34,-2 3 0,0 4 0,0-2-28,2-7 0,2-2 1,-1 2-64,1 0 0,-1 2 0,1 1 0,1 1-646,0 2 1,1 1 0,1 1-1,0 0 583,2 2 0,1 0 0,0 0 0,3 0-22,2 1 0,1-1 0,2 0 0,2-1-68,1-1 0,1 0 1,2-1-1,1 0 11,1-4 0,1 0 1,0-1-1,0-1-366,2 11 1,1-1 0,-5-2 362,-5-7 0,-3-1 1,-7-2-409,-16 15 1,-14-7 405,-1-21 0,-7-4 0,-7-5-199,3-7 1,-6-5-1,-4-1 1,0-2-1,4 0 221,0 0 1,3-1 0,-1-1-1,-4-2 5,1-2 0,-4-1 0,-2-1 0,-1-1 1,2 0-1,3-2-87,-7 0 0,4-2 0,1 0 1,-4-1-318,4 1 0,-2-1 1,-1 0-1,-1 0 1,2-1 379,0 0 1,-2 0 0,2-1 0,2 0 0,6 2-1,-4-2 1,5 2 0,2-1 0,-13-2 0,0 1-1</inkml:trace>
  <inkml:trace contextRef="#ctx0" brushRef="#br0" timeOffset="13303">2435 5673 13312,'-7'0'2291,"2"0"-1390,5 0 707,0 0-1295,44-53-162,9 27-1065,-4-8 1,6 1 890,-1 18 1,1 5-90,4 0 0,0 2-311,1 2 1,-3 2-250,-13 0 0,0 3 672,13 5 0,-6 2 0,-15-3 0,19 8 0</inkml:trace>
  <inkml:trace contextRef="#ctx0" brushRef="#br0" timeOffset="14180">2839 5623 13452,'-5'-1'4760,"1"0"-3124,4 1-1624,-25 2 4,36 39-55,-20 7-501,22-5 0,4 3 305,-7-3 0,-2 2-147,-1 2 1,-4 1-95,-5 3 0,-3-1 272,2-11 0,-5-1-43,-13 14 1,-5-4 282,6-21 1,-2-3 117,-9 9 0,-2-4 490,-15-6 392,11-16-436,14-14-129,13-7-365,13-9-78,13-2-28,16-5-33,16-2-18,-2 5-47,-3 5 0,2 0-163,-10 5 1,0 1 193,15-7 0,0-1 7,-10 4 1,-1 1 50,2-6 1,-3 0 20,11-9 30,-23 9 0,-3-1 154,-7-5 140,-4-6 124,-7 6 161,-7 7 197,0 4-107,-1 7 397,2 5-1361,1 5 326,6 20-39,3 8-3421,8 36 3399,-5-19-18,-5-9 0,0 0-61,0 7 73,3 7 5,-2-13 191,-2-11 179,-2-14-146,-3-14 3177,-1-11-3362,0-14 82,0-9-110,3-1 12,3 3-17,6 9-23,4 9 1,5 10 5,7 7 0,6 10-12,6 7 18,5 6 0,5 4-428,6-3 427,-25-13 1,2-2-1617,9-3 0,0-4 1616,18-3 12,-19-7 0,-2-4-224,6-18 251,-20 9 1,-3-3 0,-5-3 0,-3-3-9,-5-3 1,-3-2-1,-4-3 1,-3-1-9,-2-1 0,-2 1 11,-1 2 0,-2 2 22,0 4 1,-1 3 129,-7-17 44,3 17-157,4 15 152,5 10-236,4 17 3271,5 16-3254,4 23-17,-2-17 1,1 3-198,1 5 1,0 2 165,1 5 1,2 0-85,0 2 1,1 1-320,1 0 1,2 1-561,2-2 0,1 0-960,0-4 0,1-3 1960,2-5 0,-1-4 0,3 5 0,-6-18 0</inkml:trace>
  <inkml:trace contextRef="#ctx0" brushRef="#br0" timeOffset="15346">3940 5974 19557,'-11'-43'26,"1"0"0,6 5 1,10 7-89,26 22 0,9 9-904,2-3 1,1 0 676,2 2 1,2-1-180,0 1 1,0 0-631,0-1 0,0-2-1974,10-3 0,-2-1 2170,-18 3 0,-2-2 17,13-4 1,-4-1 1382,-5-4 1009,-5-3 1682,-26 1 278,-22 2 891,-20-1-3400,4 6 358,-12 0-521,15 9 489,-3 3-1060,5 7-67,8 12-129,9-4 34,9 11 44,10-10 63,21 3-108,-5-9 35,23-4-18,-10-14-5,12-7 11,-3-10 45,-10-4 22,-16-2-39,-16 2-51,-21 3-16,-13 8-11,-17 8 27,-7 12 35,-1 10-52,6 8-16,8 18-16,17-10-12,6 23-6,13-10 6,8 15-1688,4-21 1,2-2 1687,10 13-3,0-15 0,3-4-237,20 1 234,-14-14 1,1-2-12,22 3 19,-15-11 1,0-7 39,-9-9 0,-2-4-14,26-4-5,-19-21 22,-29 4-2158,-4-17 2141,0 8 40,-3-12 49,0 31 2197,0 3-2331,-1 11 190,1 11-173,-1 13 3392,1 2-3378,7 15 0,5 4-8,7 4-1702,5 0 0,3-3 1690,5-9-453,5-10 1,0-6 469,-8-4-1914,25-8 1942,-40-5 51,-2-14-6,-9-4 0,-13-20-23,-1 3 1926,-6 1-1875,2 5-45,7 17 1086,-1-19-1085,7 19-52,2-6-16,1 17 3387,5 5-3393,-1 4-5,5 6-123,5 10-270,4 6-240,7 6 280,-5-8-543,10 1-734,10-4 1198,-7-4-307,26 1 481,-29-9 202,6-1 297,-13-3-51,-16-2 409,0-6-314,-11 0 751,-5-14-667,2 10 377,-3-12 183,4 3-666,3 4 319,0-7-330,2 12-146,0-1 45,0 5-50,1 4-45,0 0-85,-1 2 52,2 12-7,-1-1-5,3 21 0,1 1 17,7 23-51,2-4-134,6 8-50,-6-23-829,0 4-1715,-4-15-531,-2-2 2445,1-6 0,-6-12 0,0-1 0</inkml:trace>
  <inkml:trace contextRef="#ctx0" brushRef="#br0" timeOffset="15537">5671 5460 19669,'27'1'-7931,"-3"5"6515,-6 15 1,-9-10 0,0 1 0</inkml:trace>
  <inkml:trace contextRef="#ctx0" brushRef="#br0" timeOffset="16370">6066 5724 22996,'-11'14'487,"13"-7"-386,35-13-50,1-6-7,-5-2 29,-6-9-78,-12 6 21,-6-14 1,-9 14-6,-3-7 73,-14-6-67,6 16-6,-14-11-11,11 22 6,-9 8 0,-1 11-6,-4 14 0,1 7-17,7 6 22,9 1 18,10 0-158,14-2-335,12-4-600,15-6-347,12-12-392,10-11-14,-28-11 0,0-4 453,1-1 1,-2-3 1077,-3-3 1,-3-2 952,11-18 22,-20 6 3395,-21-16-3125,-4 24-113,-7-11 1809,-7 14-2559,11 9-6,-13 1-12,14 17-21,-1 11-1,3 11 449,6 9-477,12 2 0,11-1 6,16-5-392,13-7 392,-21-19 0,1-3 8,1-2 0,1-3 71,28-6-70,-11-12 86,-13-11-22,-12-9 50,-10-1 40,-7 4-68,-7 9 333,-9 11-450,-7 11 61,-6 14-61,4 11 5,5 8 28,16 5 17,15-1-22,18-4-6,-10-18 0,4-3 2,18-1 1,2-2-368,-14-3 1,1-2 375,19 0 1,-2-5 94,4-11-81,0-11 99,-27-16-52,-22-11-49,-21-11-35,1 28 1,-2 0 45,-10-6 0,-1 1-29,-10-12 14,9 20 1,-1 3 42,-4 3-62,-3 0-78,12 13-180,9 12-1707,6 18 2107,3 20 0,1-15 0,1 4 0</inkml:trace>
  <inkml:trace contextRef="#ctx0" brushRef="#br0" timeOffset="18080">8922 5723 20688,'3'-4'3361,"0"0"-2843,11-25 0,2-6 31,-8 15-465,9-16 0,-3 7-89,-14 28 5,-1 16 11,-4 18 23,-4 22-20,3-20 0,0 2-300,-2 3 0,0 0 283,-1 0 0,1-1 11,1-2 1,1-2-9,-4 14 56,2-5 78,4-29-55,-3-8-46,0-27 18,-2-21-35,0-20-92,5 23 1,0-2 72,1-7 0,0-1-442,-1-5 0,1-1 456,0-3 1,0 1-1,-1-1 0,1 1 0,0 4 1,1 2-15,1 5 0,2 3-78,3 7 0,3 3 42,14-15-2819,28 19 2847,-12 14-23,25 20 9,-20 17 11,-16-1 0,-2 3-6,-2 6 1,-3 3-4,-4 5 1,-5 2 5,-6 1 1,-7 2 2,-8 0 0,-7-1 8,-7-1 1,-6-2 10,-6-3 1,-5-3 13,-1-5 1,-1-3-6,2-6 0,0-5-716,1-5 1,4-5 724,-9-2 74,10-13-86,31-2 2093,10-2-2115,17 3 473,19 3-468,-3 7 1,2 2-7,19 2 1344,-11 2 0,1 2-1377,-14 0 0,1 0-120,11 3 0,3 0-149,2-1 0,1 0-615,2 0 0,1-2 366,-3-2 0,0-1 8,-7-1 1,-2-2 215,-9-3 0,-5-2 82,6-7 273,-29-7 197,-20-1 850,-11 0-407,-4 3 1181,0 5-1058,2 4-146,4 4-191,7 2-392,6 1-38,7 0 49,10 3 12,8 1-23,17 2-27,0-2 5,-1-4 0,2-1-6,15-7-3,-15 2 1,-1-3 25,9-15 23,-13-10-23,-14-5-23,-12-6-5,-13 3-17,-1 10 34,-22 1-34,4 19 39,-27-3-34,21 15 1,-11 8 5,20 9-28,-4 22 6,13-7-1694,9 3 1,3 1 1699,7 0-258,9 6 1,5 0 256,6-5-164,7-3 1,5-2 141,-5-13 0,4-4-96,23 6 0,4-4-13,-7-5 0,2-5-130,-12-4 1,2-2 0,-3-2 229,0-2 1,-2-4-17,6-6 0,-3-3 1192,-11 1 0,-3-3-1117,4-5 1,-1-2 333,8-16-242,-22 1 1,-5-2-31,-4 5 180,-4-2 0,-3 1-62,-10 4 1038,-8-10-1050,1 15 458,1 4-603,8 16 288,3 6-344,3 2 76,1 9-54,0-3 1,2 4 4,-2-5 1,-1-3 364,0 1-375,0-6-12,-3 2 12,1-3 5,-2 2-6,2 0 12,0 0-17,1-2 0,-1 3 11,1-2-11,0 3-5,-1-1-18,1 2 7,-1 0-1,-1 2-17,1 3 34,0 2-11,2 14 5,6 2 12,1 5-6,11 10-3392,-5-14 3389,4 4 0,4 2 3,18 12-88,-16-16 0,2 1 57,16 8 0,-1-1 15,0 7 7,-9-8 1,-6 0-26,-20 5 12,-20-7-57,-18-10-16,-2-9-281,-2-12 1,-2-3-286,8-3 1,0-2-721,-16-3 0,0-3-2302,10-2 1,3 0 3412,-19-12 1,24 10-1,17 9 1</inkml:trace>
  <inkml:trace contextRef="#ctx0" brushRef="#br0" timeOffset="18830">10988 5528 17154,'0'-3'4839,"0"1"-2531,0 2-2140,-60-10-78,35 25-60,-11-10 1,3 5 14,20 35-17,13 4 17,16 1-309,18-3 286,-9-25 1,5-2-4,4-1 1,2-3 13,4-3 1,0-3-9,-9-2 0,1-4 73,6-4 0,-2-6 48,0-12-28,3-16-28,-29-11-40,-18-7-38,-11-6-409,-12 4 430,11 28 1,-1 2-12,-27-14 6,-5 11 23,2 11-40,13 9 278,5 8-328,16 15 11,5 5-95,12 13-67,7-8-1206,30 17-334,3-15 832,-7-7 1,3-2-109,1-6 1,1-3 89,4-1 1,1-4 612,0-2 1,1-3 414,-5-3 0,-1-3 314,15-7 2038,-10-19 196,-28 0-1959,0 1 441,-13-1-296,-1 16-404,-4 2-352,1 6 463,-7 7-520,-6 18-10,0 5 10,1 18 29,21 8-28,4-13 5,27 13-487,9-18 473,-13-12 1,4-1 2,2-2 0,1-3 25,0-3 0,-2-3 20,-4-3 0,-3-5 61,14-14-50,-20-13-39,-15-14-23,-11 5 17,-8 6 1,-3-1-12,-14-12-17,3 10 0,-1 1-11,-5 1-28,-4 4-33,19 24-169,0 10-672,6 10-1114,9 14-5429,13 5 7445,5-3 0,-4-11 0,-4-10 0</inkml:trace>
  <inkml:trace contextRef="#ctx0" brushRef="#br0" timeOffset="19071">12459 5524 17249,'0'-4'5663,"0"1"-3339,0 3-2257,-40-45-22,18 43-26,-9-10 1,1 6-8,8 32-6,-4 25 11,16-20-6,5 2 0,3 2 11,7 12-25,0-14 1,3-1-3520,24 14 3242,-5-18-2134,23-4 2414,5-18 0,-21-1 0,4-5 0</inkml:trace>
  <inkml:trace contextRef="#ctx0" brushRef="#br0" timeOffset="19913">12132 5519 22543,'-15'-36'826,"1"0"0,-8-19-709,19 49-83,6 6-17,1 3 11,10 6-12,5 6 1,12 7 6,7 6-9,-9-6 0,0 1-14,13 10 0,-10-5 0,1 1-322,-11-7 1,0 1 335,6 7 0,0 2-23,0 0 1,-2 1-9,-2-1 0,-2 1 34,-5 3 0,-3 0-6,-1 10 45,-25 9 5,-19-30 23,-13-1 40,-6-14-24,2-19 7,8-13-23,10-19-34,14-14-188,14 21 0,5-2 163,11-15 1,4 1-356,-4 13 0,1 2 381,12-16 0,2 2 2,-10 20 0,0 2-22,4-6 0,0 0 195,-3 7 0,0 1-220,14-16-85,2 11-66,-13 16-995,8 8-4208,-11 18 4655,2 4 0,-8-3 0,-7-3 0</inkml:trace>
  <inkml:trace contextRef="#ctx0" brushRef="#br0" timeOffset="21013">13215 5617 12433,'0'-8'6233,"0"3"-5185,0 5 934,0 0-1668,-16-60 185,-3 45-135,-19-36-162,6 60 150,-16 19-133,4 6-1840,10-2 1,1 2 1631,11-10 0,2 1-3,-6 20 1,8 1-358,12 7 346,4-21 1,3 0-216,26 20 6,17-17-444,1-15 1,6-3 19,-3-5 0,2-5 186,1-1 1,0-3-30,-1-7 0,-4-5 258,-11-2 0,-3-3 212,5-4 1,-3-3 64,-6-3 0,-4-3 134,-5 0 1,-4-2 159,-2-3 0,-3 0 14,1-11 3553,-5-5-3020,-12 27 593,-6-2-1271,0 11 354,-7 5-517,8 11 439,-3 6-484,8 4 34,6 19 5,13-8-33,10 11 50,14-13-16,-3-9 66,15-7 29,-9-11 123,15-16-112,-16-7-40,-7-18-33,-20-2-45,-11 7 40,-15-18-18,-4 26 1,-11-8-17,-1 24-28,5 10 28,-20 18-17,13 5-11,-14 17-17,16 7 0,8 7-17,11 5 11,5-10 6,12-11 0,7-1 11,8-6 1,5-2 2,-4 2 0,3-2-314,17-3 1,3-5 287,-10-9 1,-1-3 17,0 2 0,3-3 10,15-7 1,1-4-3,-19 0 0,0-3-753,18-11 0,-3-5 779,0-9 10,-23 5 0,-6-3 23,-7-20-51,-8 21 1,-1-2 2,-1 1 0,-3 1 65,-6-29 61,-2 8 151,-6 11-179,3 13 157,0 3-201,8 16 1548,-2-1-1627,7 18 22,5 13-10,7 16-35,11 18 23,-9-20 0,2 1 0,2 4 0,1 3 3,7 10 0,-1 0-105,-9-15 1,-1 1 59,4 12 0,-7-1-345,-14 10-156,-9 0-3059,-19-20 1,-7-3 3601,-17 1 0,22-13 0,1-4 0,0-6 0</inkml:trace>
  <inkml:trace contextRef="#ctx0" brushRef="#br0" timeOffset="21704">2737 6893 10011,'-48'-6'293,"0"1"0,0-1 0,0 1 0,-6-2 0,1 0 0,3 0-60,-14-3 0,8 0 43,21 2 0,6 0-63,7-6 103,37 4 508,33 4-169,-10 6 0,6 3-1036,3 2 0,5 2 0,-1 0 689,6 1 0,3 0-105,-11 0 0,5 1 1,1 0-1,-1-1-602,-7-1 1,-1-1-1,1-1 1,3 1 496,2 0 1,3 0-1,1 0 1,3 0 0,-1-1-284,-4 0 0,1-1 1,0 0-1,2 0 1,0-1-1,1 0 228,-3 0 0,0 0 0,1 0 1,0-1-1,1 0 0,1 0 1,0 0-150,-2 0 1,0-1 0,2 0 0,0 0 0,0 0 0,-1 0 0,0-1 0,-2 1 117,0 0 1,-2-1 0,-1 0 0,0 1 0,2-1 0,2 0 0,3-1 2,-6 1 1,2-1 0,2 0 0,2 0 0,2 0-1,0 0 1,0-1 0,1 1 0,0-1 0,-2 1-1,0-1 6,-1 1 0,-1-1 1,0 0-1,0 0 1,1 0-1,-1 0 1,0 0-1,0 0 1,0 0-1,1 0 1,-1 0-15,0 0 0,0 1 0,0-1 0,0 0 0,-1 0 0,1 0 1,0 0-1,1 0 0,0 0 0,1 0 0,0 0 19,1 0 0,2 0 0,0 0 0,2 0 0,0-1 1,-1 1-1,1 0 0,-1-1 0,-1 1 0,-1 0 1,-2 0-1,-3 0 8,5 0 1,-4 0 0,-1 0 0,-2 0 0,0 1 0,0-1 0,1 0 0,1 1 0,3-1-12,-3 0 1,1 0 0,1 0 0,1 0 0,1 1 0,0-1 0,0 0 0,0 0 0,1 0 0,-2 0 0,1 0-3,-2 0 0,1 1 1,-1-1-1,1 0 1,0 0-1,-1 1 1,1-1-1,-1 0 1,0 1-1,1-1 0,-1 0-3,0 0 0,-1 1 1,1-1-1,-1 0 1,0 1-1,1-1 0,-1 1 1,0-1-1,0 0 1,0 1-1,0-1 1,5 0 1,0 1-1,-1-1 1,1 0 0,-1 0-1,0 0 1,0 1 0,0-1-1,0 0 1,0 0 0,-2 1 1,0-1 0,1 0 0,-1 0-1,0 1 1,0-1 0,-1 0 0,1 0-1,-1 1 1,0-1-4,5 0 1,-1 0-1,1 0 1,-1 1-1,-1-1 1,1 0-1,-1 0 1,1 0-1,-2 0-4,-1 1 1,0-1 0,-1 0-1,0 0 1,0 1 0,0-1 0,-1 0-1,1 1 1,-1-1-4,4 0 1,1 0-1,0 1 1,0-1-1,-2 0 1,0 1 0,-2-1-1,-1 1-6,5-1 1,-4 0 0,0 1 0,-1 0-1,2-1 1,2 1 4,-5 0 0,3-1 0,1 1 0,2 0 0,-2 0 1,0 0-1,-3 0 0,-3 1-7,8-1 0,-4 0 1,-2 1-1,1 0 0,4-1 63,-6 1 1,3-1 0,1 1 0,1-1-1,0 1 1,-3 0 0,-3 0-62,4 0 1,-3 1-1,-2 0 1,-1 1-1,0-1-4,6 1 0,-2 0 0,0 0 0,-3 1 2,7 2 0,-2 0 0,-4 1 427,10 3 0,-7 0-704,-19 0 1,-8 2 459,-9 8-6503,-44-2 6318,-18-3 0,6-6 0,10-5 0</inkml:trace>
  <inkml:trace contextRef="#ctx0" brushRef="#br0" timeOffset="24246">1630 5924 12914,'6'-60'1478,"0"0"1,-4 14 0,1 10-1317,4 19 757,-7 58-662,0-4-2651,0 11 1,0 4 2435,0-18 0,-1 2-5,1 7 1,-1 5-1,-1 0-22,0-3 0,0-1 0,0 0-14,-1 1 1,1 0 0,-1 4-18,-1 7 1,-1 6 0,0-1 0,0-6-6,2-12 1,-1-3-1,1 4-37,-1 12 1,-1 7 0,0 1 0,2-7 317,0-10 0,2-4 1,0 1-297,1 7 1,0 0-1,1-5 165,-1-3 0,1-7 828,2 0-1007,-12-60 50,-6-32 11,5 13 0,-2-4-617,0-12 1,1-4 622,2 14 0,2-1 0,0 0-10,0 7 0,2 1 1,-1-3 7,0-11 0,0-4 0,1-1 4,1 11 1,1-1-1,1 0 1,-1-1 3,0 0 1,-1 0 0,1-1 0,0-1 142,0-6 0,1-1 0,-1 0 0,1 4-124,0-4 1,0 3 0,1 3-9,-1-8 0,1 3 3,3 11 0,2 0 1,1 4-163,3 3 0,1 2 136,7-14 0,4 2-33,3 18 0,3 4 2,7 4 0,3 4 20,-7 5 0,4 4 0,8 3 0,6 3 0,-4 2 3,-6 1 0,4 2-5,14 1 1,11 2 0,3 0-1,-10 1-670,-1 0 1,0 2 671,-12-2 0,7 1 0,3 1 0,-1-1 0,-5 0 0,8 0 0,-4-1 0,3 0 0,-3 0 0,3 0 0,0-1 0,1 0 5,2-2 1,2-1 0,-2 0-1,-1 0-2,-10 0 0,-3 0 0,1 0 0,4-2-3,-1-1 0,3-1 0,2-2 0,1 1 0,-1-1 0,-3 0-217,11-2 1,-4 0-1,1 0 1,4-1 218,-6 1 1,3 0 0,3-1 0,0 0 0,0 0 0,-3 0-91,-6 1 0,-1 1 0,0-1 0,-1 0 0,-1 0 1,-1 1 87,1 0 0,-3 0 0,-1 1 0,2-1 0,4 0-128,-3 1 1,4-1 0,2 0 0,0-1 0,-1 1 0,-3 1 0,-4 0 132,3 0 1,-6 2-1,1-1 1,6-1-43,-5 1 0,6 0 1,4-1-1,2 0 1,0 0-1,0 0 1,-4 1-1,-4 1 43,6-1 1,-4 1 0,-2 1 0,1-1 0,4 0-5,-3 1 0,3-1 1,3 0-1,0 0 1,0 0-1,-3 1 1,-3 0-2,1 0 0,-4 1 0,-1 0 0,1 0 0,4 0 6,-1 0 0,3 1 0,2-1 1,2 1-1,-1-1 0,-2 1 1,-3 0 0,6 0 1,-4 1 0,-1-1 0,2 1 0,5-1-6,-11 1 0,4-1 0,2 0 0,3 1 1,0-1-1,-1 1 0,-1-1 0,-3 1 0,-4 0-2,12-1 0,-5 1 0,-3 0 1,2 0-1,4 0 1,-6 0 0,5 0 1,2-1-1,0 1 1,-2 0-1,-4 0 1,-6 0-3,0 1 0,-7-1 0,0 1 0,8 0 1,-3 0 0,6 0 1,4-1-1,3 1 1,-1 0-1,-1 0 1,-4 0-1,-6 0 0,6 0 1,-7 0-1,0 1 1,6-1 0,0 0 0,5 1 1,4-1-1,2 0 1,-1 1-1,-4-1 0,-6 1 3,5 0 1,-5 0 0,-2 0 0,3 0-3,0 0 0,3 0 1,0 1-1,-1-1 1,-2 1-2,0-1 1,-2 0 0,0 1 0,4-1-3,-5 1 1,4 0 0,2 0 0,0 0 0,-1 0 0,-4 0-1,10 1 0,-5-1 0,1 0 0,5 1 0,-8-1 0,3 0 0,2 0 0,1 1 0,-1-1 0,-3 0 2,3 1 0,-2-1 1,-1 0-1,0 0 1,-1 0-3,1 1 0,0-1 0,0 0 0,-2 1 0,-2-1 1,1 0 0,-3 0 1,0 0-1,3 0 0,2 0 0,4 1 0,1-1 1,-3 0-1,-7 0 0,-3 0 1,-5 0 0,5 0 53,5 1 1,8-1 0,3 0 0,-2 0-1,-8 0-42,1 0 0,-6 0 0,3-1 2,1 1 1,4 0-1,0 0 1,-3 0 2,4 0 1,-3-1 0,0 1-6,-2-1 0,0 1 0,-1 0 0,-1-1 0,-1 1 0,-1-1 232,-2 1 0,-2 0 1,0-1-237,-3 1 0,-2 1 1,0-1 6,14 1 1,-3 0 0,-14-1 0,-2 1 754,-1 0 0,-1 1-637,19 0 12,-4 0 50,-6-1 2297,-23-2-2168,-9 0 2182,-6 0-2434,-3 0 1196,-2-1-1280,1 0-57,-1 1 96,0 2 0,1 1 17,4 4 11,3 1-11,5 0-11,3 0-34,3-2 11,-5 0 40,4 7-23,-8 1 22,4 10 23,-7 5 17,-2 5-45,-1-5 50,3 19-11,3-11 0,10 19 22,6-7-56,-9-21 1,1-1-9,3 3 0,1 1-369,3 4 1,0 2 359,1 5 1,0 1-661,1 6 1,-1 2 687,-2 5 1,-2 2-16,-10-18 1,0 2 0,-3 1-884,0 12 0,-3 3 0,-1-3 868,0 3 0,-2 0-9,-2-4 1,0 3-1,-2-5 0,1-1 1,-2-4-12,1-1 0,-5 3 6,-13 3 0,-8 2 0,-3-6-358,-7-8 1,-6-3 260,9-5 0,-5 3 1,-2-1-1,-1-6-402,-6-5 0,-1-6 0,-2 0 482,-7 1 0,-1 0 0,5-2 0,4-2 0,4-2 0,5-1 0,-1-1 0</inkml:trace>
  <inkml:trace contextRef="#ctx0" brushRef="#br0" timeOffset="78080">15785 5726 7490,'49'-14'672,"-1"0"0,-3 1 0,0 3-609,-3 5 1,2 2-1411,6 0 1,2 0 1323,-2 0 0,3 1-112,-5 0 1,3 2 0,-5 0-119,-6 1 0,-3 2-46,10 0 0,-7 3 755,-16 6-491,-31 1 410,-34 5 1,-13-2-449,11-2 1,-2 0 707,-4 1 1,-3 1 0,2 0 406,-6 1 0,3 0-358,7 0 0,2 0-358,10-1 1,4 1 120,-6 12 1166,28-2-1164,30-6-216,26-6-171,-13-9 0,3-4-206,7-1 1,2-2 165,3-2 1,0-3 31,1-3 0,-1-1 58,-3-3 0,-4-2-59,-6-1 0,-4-3 423,11-22-2,-25-5 10,-27-5 240,-16 1-300,-4 10 382,4 13 0,1 1-17,-5-8 938,-5-10-1464,21 18 31,12 6-263,4 9 1054,15 6-911,0 16-120,12 13-41,-1 20 26,-16-15 1,0 2-140,-2 5 0,-1 2-728,-2 3 1,-3 1-987,-2 2 0,-2 1 1202,-3-5 0,-1-3 0,-1 12 0,-2-23 1</inkml:trace>
  <inkml:trace contextRef="#ctx0" brushRef="#br0" timeOffset="81298">1350 5345 12653,'-1'54'764,"0"1"0,0 0 0,1-1 1,-1 7-1,0-2 0,0 0-543,-1 3 1,-1 0 0,0-1-1681,0-1 0,1-1 0,-1 0 1500,0 0 1,0 1 0,0 1-7,1-7 1,0 2 0,0-1-1,0-2 95,0 2 0,1-3 1,1 4-204,0 4 1,2 6 0,0-1 0,0-7-88,-1-8 0,1-4 0,0 1 54,3 14 1,1 3 0,1-14-211,1-2 173,-1-16 1,0 0-116,0 0 3364,-2-11-3386,-9-29-1970,-8-33 2177,0-9 43,0-9 0,1-6-50,5 8 0,0-2 90,0 2 0,0-3 1,1 0 37,2 6 1,0 2 0,0-1 5,0 2 1,1 0 0,-1 0-616,1 1 0,-1 0 0,1 3 622,-1-8 0,1 0-19,0 4 1,1-2 0,-1 3-159,2 0 0,-1 1 149,0 3 0,0-2 0,2 3 28,1-4 1,2 4 3,-2 11 1,3 1 755,3-4 1,5 2-841,5 3 0,3 1 27,3 0 0,2 2 385,8-3 0,3 4-388,-2 8 1,2 4 126,5 1 1,0 2 21,-8 4 0,1 1-19,27 1 1,2 2-163,-13 2 1,0 2 91,-1 0 0,4 0 0,-1 1-10,-5 0 1,-1 0 0,2 0-2,2 0 1,1 0-1,2-1-8,2-2 0,2 0 0,2-2-59,-1-1 0,4-1 0,0-1 0,-4 1-412,0-1 1,-3 0-1,3-2 492,-8 2 0,3-2 1,1 0-1,0 0 0,-3 0 92,-3 0 1,-2 0 0,1 1 0,3-2-44,0 1 1,4-2 0,2 1 0,1-1 0,-2 0 0,-3 1-259,7-1 0,-4 1 0,0-1 1,5 0 226,-7 1 1,4-1-1,3 0 1,-1 0-1,-1 1 1,-4 1 24,9-2 1,-4 2 0,-1 0 0,4 0-43,-12 1 0,2 1 0,0-1 1,2 0-1,-1 1 0,1 0-121,-1 0 1,1 0-1,0 1 1,0 0-1,-1-1 1,1 1 69,1 0 1,0 1-1,0-1 1,0 0 0,-1 1-1,-2 0-20,-1 0 0,-1 0 0,-1 0 0,1 0 1,4 0-24,-3 1 0,4-2 0,1 1 0,2 0 1,-1 0-1,-2-1 0,-3 2-17,5-2 1,-3 1-1,-1 0 1,1 0 0,3-1 37,-3 1 0,3-1 0,2 1 0,1-1 0,0 0 0,-1 1 0,-3-1-24,1 1 1,0 0-1,-2 0 1,0 0 0,-2 0-1,-1 0-8,1 1 1,-3 0 0,0-1 0,0 1 0,1 0 113,9 0 0,1-1 0,0 0 0,1 1 0,0 0-107,-10 2 1,0 0 0,0 0 0,0 0 0,0 0 0,0 0-92,2 1 1,0-1 0,0 1 0,1-1 0,0 1 0,1 0 57,5 0 0,1 0 0,1 0 0,0 1 0,-1-1 0,-3 2-16,3-1 0,-2 2 0,-1 0 0,-1 0 0,2-1 45,0 1 0,1 0 1,-1 1-1,0-1 0,-3 0 94,2 1 0,-4 0 1,2 0-1,4-1-11,-6 1 1,5-1 0,1 0 0,1 1 0,-2-1 0,-3 0-18,-4 0 0,-4-1 1,-1 0-1,2 1 0,5-1-10,-5 1 1,4-1-1,3 0 1,1 0-1,0 1 1,-1-1 0,-3 0-1,-4 0 10,3 0 1,-5 0 0,-1 0 0,1 0 0,6 0 11,-1 0 0,4 0 1,4 1-1,1-1 1,0 1-1,-1-1 1,-4 1-1,-5 0 4,12 0 1,-6 1 0,-1 0 0,7 0-70,-14 0 0,6 0 0,3 0 0,1 0 0,0 1 1,-1-1-1,-5 1 0,-5-1-89,9 1 1,-6 0 0,-2 0 0,4 1 21,3 0 1,3 0 0,2 1 0,-3-1-1,-3 0-19,-5 0 1,-3-1 0,-1 0 0,2 0 101,0 0 0,1-1 1,1 1-1,1-1 1,-1 1-81,0-1 1,1-1 0,-1 1 0,1-1 0,0 0-1,0 0 1,0-1-1,0 1 1,1-1 0,-1 0-66,1-1 0,0 0 1,-1 0-1,1 0 0,0 0 101,0-1 1,0 1-1,-1 0 1,1-1-1,0 1 3,-1-1 0,0 0 0,0 0 0,0 0 0,0-1 37,-1 2 1,-1-1-1,1 0 1,-1 0-1,0 0-5,10 0 1,0 1-1,0-1 1,-1 0-28,-2 1 1,-1 0 0,-1 0 0,0 0-6,-2 0 1,-1 1 0,-1-1-1,0 1 47,-2 0 1,-1 0 0,0-1 0,0 1 145,13 0 0,0 0 0,-1 0-103,-2 0 0,0 0 1,0 0-41,-3 0 1,0 0-1,0-1 6,-1 0 0,-1 0 1,0-1 115,-2 1 1,0-1-1,-1 0-90,-2-1 0,-1 1 1,-1-1-26,-4 1 0,0 0 1,-1 0-103,12 0 0,-2 0 3,-10 1 1,-3 0 1520,16 4-1500,-22 4 21,-17 0 1877,-10 8-1850,-4 3 1967,-1 9-1920,0 15 0,0 0-6,0 12 23,-1-1 996,-4 6-1016,1-24 0,0 0 6,-2 4 0,0 2 2,-2 4 1,0 1-569,-1 4 1,-1 2 570,-2 4 1,-1 2-19,2-16 1,1 0 0,-2 1-500,0 4 0,-1 0 0,1-2 489,-3 12 1,0 1 20,2 0 0,0 4 0,3-3-3,1 1 1,2 1-29,0-5 0,1 2 0,0-2 5,4 5 0,0-4-199,-1-5 0,-1-3 218,-2-7 1,-2-1 44,-4-6 0,-3-3 72,-4-5 1,-3-3-105,-5-2 0,-4-4-8,-5-1 0,-3-3-51,-6-2 1,-2-1 53,-7-3 1,-1-1 0,-6-3 0,-1-1-18,18-1 0,0-2 0,0 0-4,-1 0 0,0-1 1,0-1-1,-1 1 0,1 0 1,1 0-13,-7-1 0,-1 0 10,0 0 1,-4 1 0,2 0-20,-9 0 1,1 0 8,12 0 1,-1 0 0,-1 0 7,-2 0 1,-1 0-1,-5 1-5,11-1 0,-5 0 0,-1 1 0,0-1 0,4 1-122,1-1 0,4 1 0,-1 0 0,-5-1 142,1 1 0,-6 0 0,-1-1 0,-1 1 1,2 0-1,5-1-424,-3 1 0,5 0 1,0 0-1,-3 0 420,1 0 1,-2 0-1,-2 1 1,1-1-1,-1 0-6,0 1 0,-1-1 0,1 1 1,-1 0-1,0 0 8,-1 0 0,0 0 0,0 0 0,0 1 1,0 0-282,-1-1 0,-1 2 0,1-1 1,-1 0-1,1 1 282,-2 0 1,0-1 0,0 1 0,0 0 0,0 0 3,-1 0 0,0 0 0,0 1 1,-1-1-1,1 0-29,-1 1 1,-1-1-1,1 1 1,-1-1 0,0 1-120,11-1 1,-1 0 0,0 0 0,0 0 0,0 0 0,0 0 122,0 0 0,-1 1 0,0-1 0,1 0 0,-1-1 1,0 1-58,0 0 1,0 0-1,0 0 1,0 0-1,-1 0 1,1 0 75,-1 0 1,0 0 0,0 0 0,-1 0-1,1 0 1,0 0 1,-1-1 0,0 1 0,-1 0 1,1 0-1,0 0 0,-1-1-2,0 1 0,-1 0 0,-1-1 0,2 1 1,0 0-1,2-1 36,0 1 0,3-1 0,0 0 0,-1 0 0,-4 1-49,3-1 0,-3 1 0,-2-1 0,-2 1 0,2-1 0,1 1 0,3-1 5,-4 1 0,5-1 0,0 0 0,-2 1 0,-5 0-14,5-1 1,-4 1 0,-4-1 0,-1 1 0,0 0 0,2 0-1,3-1 1,5 1 45,-5 0 0,5-1 1,2 0-1,0 1 1,-4-1-35,5 0 0,-3 1 1,-2-1-1,0 0 1,1 0-1,2 0 1,3 0 1,-13 0 1,5-1-1,0 1 1,-3 0 6,2-1 0,-3 0 1,0 1-1,0-1 1,4 0 85,-1 0 0,3 0 1,0 0-1,-4 0-61,8-1 1,-3 1 0,-2-1-1,0 0 1,2 0 0,3 0-53,-6 0 0,3-1 0,1 0 0,-4 0-30,6 1 0,-2-1 0,-1 0 0,-1 0 0,1-1 0,2 1-28,1-1 0,1-1 0,1 1 0,0-1 0,1 1-21,-13-2 0,0 0 0,1 0 0,0 0-61,1 0 0,1 0 0,0 0 0,0-1 54,2 1 0,0 0 0,0 0 0,0 0 9,3 0 0,0 0 1,0 1-1,0-1 99,3 1 0,-1-1 0,1 1 1,0 0-47,2 0 1,1 0 0,0 0 0,0 1 50,-14-2 0,1 1 0,1 0-2,2 1 1,0-1-1,2 0 42,2 1 0,1 0 0,0 0 4,4 0 0,0 0 0,0 0 169,3 0 1,1 0 0,1 1-156,-6-2 0,0 0 437,4 0 0,-3-1 1,3-1-343,-3-1 1,-1 0-56,4-1 0,-4 0 0,3 0 739,-13-3 1,3-1-770,-1 0 0,1 0-13,1 0 1,1 0 46,2 1 1,2 1 377,3 1 0,2 0-452,5 2 0,1 0 347,4 1 1,3 1-335,-23-6 285,11 2-3787,7-2 3445,10 3 0,11 2 0,8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9ADB-DA35-C59A-2898-1F8BBA2EF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D6D07-D9B1-0D47-70AA-9321F5DF9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0F7B8-1351-063E-B0F5-E8CBC5A6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361A7-3406-499B-8726-E7C53401F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7186E-BAB5-EB31-D7A9-7DA405A7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86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5672-1761-58DC-4E95-7342EDF7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E6BBA-B9E2-DFD3-123D-0111F13BA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5B76-50A3-250B-2AE4-8C94A6A7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2E269-3D6D-C3E3-0E3C-2F046804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1A219-7226-E715-0AB6-F64B1F9A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2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45E5-61B4-E0D9-694D-B71F4108A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7AF05-452A-8B85-C70F-4ECBD5062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23C43-C9E0-3B8B-F916-D5D93FFF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0438-178A-EF7C-A1FD-B93AFED6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4A72-C0DF-1B05-3AD0-74316F6B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4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68C0-F4DE-D81C-A6B3-43AEB5CAC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33705-7846-B35B-3E30-158CAE777A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FE08E-A340-4A5A-062E-9CCAE8A4E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D48B3-D490-370C-CCFA-653104B7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9919E-E557-598B-2CC6-61EC2E045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6AB7D-2A78-65DE-7F16-425B73149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4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B974-809C-937F-DF46-35B2EBB1B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E4EBB-845E-1FA9-08AD-859B784DD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90844-9A37-71CF-C09B-A94B9F2C5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5BCA8-1184-57DF-C05F-641408490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3DAA0-07CB-9A46-0866-620130000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7AEC5-4EF5-9759-DE9F-E7CBE4F48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AC10DB-8BCB-3003-AD91-A653C6E1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106A63-BC58-F517-66ED-B76D6A89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5082-693F-1143-363B-E372D0D9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2C24A-B9AA-DA90-FD49-1F381A53C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9629C-EAA4-E026-E920-FD1E7516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8728D-100A-B205-2851-3507FA91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1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5B0F6-2535-0D7E-967B-01C7F5DDD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2FDC7-0D2B-FC35-40F2-815ED6CA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EAB67-1902-3AC3-F641-D3986C527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01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13C7-1F04-AA98-675C-06DF9D531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E789C-DEEC-BEBB-1C0F-9B21F3481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E7551-D935-5413-41BE-4F6D705C0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6C684-803F-5022-72EF-5A47F9531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0CA1E-4C08-3378-28D3-42F72AC2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25667-6D35-AC96-D6BD-3F2078B96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2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0A65-5D9A-3E7C-D6F8-B98C2E81A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86E7D-D5AF-6A5F-7303-701F3C6A1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469CD-B0AC-8014-2040-7C98FE706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378FC-796A-92BF-589D-2C3AC8D7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E344E-4BE2-77A0-0E20-C7451658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91D77-0557-060E-BC2C-BB5DA1E7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16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498FF-DF30-CB62-5AC8-E0290E277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29F79-CD30-03DB-2512-EE6218DDF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B58F8-42A4-CD5B-9D16-6109FF169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B5E2C-31AE-7187-D63F-970AAFA2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FE591-13F2-A020-C97A-91E224DA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3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B7E84-2BE2-D078-2DE6-C31928440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79D3FC-A8F1-6F41-0A98-FD6CDC595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2BCA2-81C9-5729-22B0-30C05DA9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C8819-F082-CAD6-64CD-82FC8177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86BA0-80A5-766D-4041-84F41C86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0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B7252-176D-A7D4-D629-23E31CD1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AB4AF-BE19-CBBC-5750-17ACFA407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FEF9A-D2CB-1492-0E5D-77F9A3FE7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6FCD3-E13B-6E4A-9A18-319DF82F8DA0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E3C9B-BD5E-BC41-03E8-D26845CA6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3EA0-7E43-2543-B0F9-F64480547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47EA8-E454-3949-B279-14B38B4B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1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background with text&#10;&#10;AI-generated content may be incorrect.">
            <a:extLst>
              <a:ext uri="{FF2B5EF4-FFF2-40B4-BE49-F238E27FC236}">
                <a16:creationId xmlns:a16="http://schemas.microsoft.com/office/drawing/2014/main" id="{59366238-E495-65F3-0B0A-6325D92E74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1CCBC5-3C9B-1A7E-D982-C05D08B2DB23}"/>
                  </a:ext>
                </a:extLst>
              </p14:cNvPr>
              <p14:cNvContentPartPr/>
              <p14:nvPr/>
            </p14:nvContentPartPr>
            <p14:xfrm>
              <a:off x="307800" y="2285280"/>
              <a:ext cx="8211240" cy="2628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F1CCBC5-3C9B-1A7E-D982-C05D08B2DB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440" y="2275920"/>
                <a:ext cx="8229960" cy="264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890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1859892D-1113-D710-8EC0-923925A2DB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6E6AADE-68A7-A80E-66AB-1058DEC5C588}"/>
                  </a:ext>
                </a:extLst>
              </p14:cNvPr>
              <p14:cNvContentPartPr/>
              <p14:nvPr/>
            </p14:nvContentPartPr>
            <p14:xfrm>
              <a:off x="841320" y="699120"/>
              <a:ext cx="3936600" cy="4089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6E6AADE-68A7-A80E-66AB-1058DEC5C5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1960" y="689760"/>
                <a:ext cx="3955320" cy="410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2672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2A388-E4B8-6E1E-8A87-8055F2F5E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27AC05-FD1C-FCD4-7EE1-74B60A129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766F29-FCB4-A0DD-21FA-1C7E6A5EAF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75B048-9C29-5584-9A80-140B0C4F87B9}"/>
                  </a:ext>
                </a:extLst>
              </p14:cNvPr>
              <p14:cNvContentPartPr/>
              <p14:nvPr/>
            </p14:nvContentPartPr>
            <p14:xfrm>
              <a:off x="495360" y="801720"/>
              <a:ext cx="9342720" cy="558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75B048-9C29-5584-9A80-140B0C4F87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6000" y="792360"/>
                <a:ext cx="9361440" cy="559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740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08600-7D74-AF45-A692-69B6D975D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A13B83E-44B8-DF11-AF3F-2383C4D3F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328B64-A426-E838-0262-35AF1838F7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689979-6484-0410-B197-A7FEEE58802F}"/>
                  </a:ext>
                </a:extLst>
              </p14:cNvPr>
              <p14:cNvContentPartPr/>
              <p14:nvPr/>
            </p14:nvContentPartPr>
            <p14:xfrm>
              <a:off x="196200" y="655920"/>
              <a:ext cx="7515000" cy="277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689979-6484-0410-B197-A7FEEE5880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840" y="646560"/>
                <a:ext cx="7533720" cy="27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7224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429C3-1320-E87A-C792-AE62F487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F81576-4C85-FB04-B354-632BE9BA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8EA8AF-40B0-FBCF-DFCA-3A7F7341CB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EDC1869-D7A2-F305-FBAA-AAE3B628102A}"/>
                  </a:ext>
                </a:extLst>
              </p14:cNvPr>
              <p14:cNvContentPartPr/>
              <p14:nvPr/>
            </p14:nvContentPartPr>
            <p14:xfrm>
              <a:off x="345960" y="659160"/>
              <a:ext cx="7725600" cy="4815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EDC1869-D7A2-F305-FBAA-AAE3B62810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600" y="649800"/>
                <a:ext cx="7744320" cy="483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298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64842-660E-6214-F097-228CF9BCB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5246B2-0525-36DD-DA1C-8677707D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70C004-DD63-063B-829E-E05E2D835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C9AB06C-43F6-67B4-88AA-7F55DFB744BB}"/>
                  </a:ext>
                </a:extLst>
              </p14:cNvPr>
              <p14:cNvContentPartPr/>
              <p14:nvPr/>
            </p14:nvContentPartPr>
            <p14:xfrm>
              <a:off x="451440" y="408240"/>
              <a:ext cx="5679720" cy="2255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C9AB06C-43F6-67B4-88AA-7F55DFB744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080" y="398880"/>
                <a:ext cx="5698440" cy="227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12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2026-01-28T12:53:41Z</dcterms:created>
  <dcterms:modified xsi:type="dcterms:W3CDTF">2026-01-28T16:06:25Z</dcterms:modified>
</cp:coreProperties>
</file>