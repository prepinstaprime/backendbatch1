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13:36:54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9644 2617 22727,'-53'-3'1647,"9"3"-1457,27 4-44,1 4-23,1 2 23,-2 3 5,-1 2-17,2 2-27,0-3-17,5-4 39,4-5 162,5-3 364,1-1-509,7-8-96,3-1 23,10-6-28,5-2-45,9 0 39,9-1-17,11 3-66,-22 8 0,1 2 145,2 1 1,0 1-14,0 4 0,0 4-12,2 6 0,-2 3 18,11 12-60,-19-2 1,-5 4-23,-2 17-12,-10-15 0,-1 2-126,-4-2 1,-1 1-212,0 7 1,-1 0-305,0 12-592,0-14 1,0-1 1208,3 16 1,-1-16-1,-1-5 1</inkml:trace>
  <inkml:trace contextRef="#ctx0" brushRef="#br0" timeOffset="524">9656 3170 23547,'-15'-42'145,"0"0"1,14-7 0,13 8-196,34 14-487,-5 4 1,4 1 407,1 5 0,1 1-318,6-2 0,1 1 259,4-2 0,0 0 34,-1 0 0,1-1 34,2-2 0,-1 0 150,-17 6 1,-3 0 22,-4 2 1,-5 0 776,-4-2-455,-19 8 130,-9-2-158,-9 4 797,-15 2-875,0 6 746,0 2-863,1 13-52,6 8 80,-1 14 202,6 9-82,12 3-82,14-1-107,5-14-106,5-14 1,5-3 128,19 2 74,11 4-64,-11-17 0,-1-7 209,-1-13 53,-9-3 1,-6-6 161,-24-25-266,-21-14-135,-5 21-167,-15-7-83,1 17-12,-11-3-165,-11 13-811,25 20 1,0 6 1077,-14 16 0,10 0 0,29-2 1</inkml:trace>
  <inkml:trace contextRef="#ctx0" brushRef="#br0" timeOffset="968">11536 2758 19904,'1'-41'759,"0"0"0,-1-22 1268,-11 64-1921,-5 16 715,2 3-799,-4 9 0,1 2-33,-4 5-196,-5 10 0,-1 3-690,11-19 0,0 0-134,-4 6 1,1 2 1030,1 2 0,4-5 0,3-8 0,-4 10 0</inkml:trace>
  <inkml:trace contextRef="#ctx0" brushRef="#br0" timeOffset="1333">11210 2567 18828,'-4'-7'4487,"1"2"-4095,3 5-285,0 0-23,-36-17-23,27 32-5,-22 5-33,42 26-12,8 8 0,-2-23 28,5-1 314,-7-14 179,-2-4-111,-3-17-57,-7-14-202,-1-4 124,-2-12 67,-9-5-191,0 1-44,-7 0-46,4 18-83,2 8-39,5 7-348,1 7-268,3 11-1121,6 8-4895,11 13 6682,7-2 0,-5-11 0,-6-8 0</inkml:trace>
  <inkml:trace contextRef="#ctx0" brushRef="#br0" timeOffset="1652">11776 2973 22907,'-4'0'2811,"0"0"-2127,4 0-606,-60 18-67,43-10 6,-17 5 0,7 3-12,27-7 40,14 10 28,4-11 22,13 1 40,-1-11 33,0-9-79,-7-2 236,0-17-112,-13 7-68,1-10-33,-14 10-61,-8 3-40,-11 8-33,-4 5-113,-3 8-341,1 7-1204,5 8-1059,9 0 2739,6 6 0,6-14 0,2 1 0</inkml:trace>
  <inkml:trace contextRef="#ctx0" brushRef="#br0" timeOffset="2200">12961 2617 17372,'2'-3'5960,"-1"0"-4162,-1 3-1394,-26-65-130,7 41-187,-1-15 0,-3 3 19,-9 21-50,-3 5-28,-7 5 17,-8 11-17,-10 5-180,28-2 1,0 1 165,1 1 0,1 2-3265,-17 10 3285,17-2 22,16 0 112,10 2 50,6 7 18,2 9-1,1 11-95,-1 7-73,-2 4-33,-2-2 1,5-5-35,6-6-73,10-8-55,12-4 3282,0-12-3470,4-9 0,4-2-96,-9-5 0,3-2-722,14 3 0,2-2-642,-11-3 1,-2-2 1775,-4-4 0,-3-2 0,3 3 0,-13-6 0</inkml:trace>
  <inkml:trace contextRef="#ctx0" brushRef="#br0" timeOffset="2407">12554 2894 24290,'30'-20'-351,"-1"0"0,3 1 0,1 2-1246,10 6 1,0 2 464,-4-1 0,-3 1 0,12-3 0,-22 4 0</inkml:trace>
  <inkml:trace contextRef="#ctx0" brushRef="#br0" timeOffset="2644">13458 2555 25303,'25'-29'-219,"0"0"1,3 2 0,3 6-183,7 10 1,4 5-3623,6-4 0,-1 2 3337,-15 2 0,-1 0-1698,5-1 1,-4-1 2565,-10 0 1,-4 1 0,-11 3 0</inkml:trace>
  <inkml:trace contextRef="#ctx0" brushRef="#br0" timeOffset="2814">13793 2352 22805,'-39'10'481,"0"0"1,1 1 0,11 4 1151,23 10-1454,0 15-83,2 12-94,3-21 1,0 2-36,1 6 0,2 1-116,0 7 1,1 2-790,2 4 0,-1 2 938,-2-11 0,0 1 0,0-4 0,0-5 0,0-2 0,-2-2 0,0 1 0</inkml:trace>
  <inkml:trace contextRef="#ctx0" brushRef="#br0" timeOffset="3359">15196 2996 25864,'16'23'-78,"-6"39"-365,-15-17 139,-6-4 1,-3 7 0,1-8 0,-2-2 0,-2-1-1,-1-1 1</inkml:trace>
  <inkml:trace contextRef="#ctx0" brushRef="#br0" timeOffset="4466">16532 2372 22145,'2'-63'1467,"-1"11"-946,-1 49 151,0 1 376,0 1-908,-6 14 11,0 2-84,-5 10 157,-11 20-84,2-3-93,5-11 1,1 3-14,3 3 0,2 0-20,5 1 0,2-1-14,2 24 2,12-27 1,6-4 14,17-3-11,9 4 2,-10-23 0,1-5 9,19-7-201,-15-1 0,0-4 189,-8-2 1,-2-4 11,21-19-1,-17 6 29,-16-12-39,-17 20-1,-18-13-10,-30 12-6,-8 0 11,-3 4 8,24 6 0,0 0 4,-11-8-4,14 4 0,0-1-13,-10-14 66,10-1 7,12-1-63,11 8 386,8-3-402,7 8 5,7-2-5,8 3 11,11 5 11,6 2-11,8 5-11,-7 2 11,10 10-17,-19 10 1,-3 3-12,12 8-14,-14 2 0,-7 4-93,-23 28-8,-1-30 1,-2 1 13,-1-1 0,-2 0-902,-11 22-1517,13-15-4768,9 6 7316,9-13 0,0-14 0,-1-9 0</inkml:trace>
  <inkml:trace contextRef="#ctx0" brushRef="#br0" timeOffset="4816">17195 2388 18196,'2'-7'7057,"1"-43"-6575,-17 57-191,-2-30-134,-12 65-118,5 2-11,8-8 6,10 17-40,17-19 6,13 10-22,19-19 16,-4-11 23,18-7 11,2-14 0,-10-1 31,-16-6 0,-4-4 92,-7-11 79,1-16-46,-22 5-105,-10 10 72,-24-12-39,0 16-39,-14-11-73,7 15 0,5 6-79,4 8-16,11 5-734,1 8-706,14 7-3561,11 8 5096,10 1 0,0-7 0,-4-7 0</inkml:trace>
  <inkml:trace contextRef="#ctx0" brushRef="#br0" timeOffset="5035">18330 2254 22419,'0'-7'3697,"0"2"-2969,0 5-146,0 0-666,-77 46-1343,42-3 1001,-11-2 1,2 5-990,27-9 1,6 0 849,-1 6 0,2-3 1,-1 5-1,1-4 1</inkml:trace>
  <inkml:trace contextRef="#ctx0" brushRef="#br0" timeOffset="5260">17956 2162 25264,'-37'-30'-58,"0"1"0,2 2 1,10 14-380,26 32-594,4 13-1372,2 9-7428,3 5 9337,-3-11 0,-1-12 0,-5-16 1</inkml:trace>
  <inkml:trace contextRef="#ctx0" brushRef="#br0" timeOffset="5602">18368 2339 20112,'1'-5'3192,"-1"2"-1338,0 3-1759,-35 33-56,24-13-16,-25 27 5,39-22 16,7-5 19,7-3 9,5-8 57,1-5 78,-1-10 68,-6-6 55,-7-8-162,-4 2 191,-16-9-197,-4 10-22,-14-4-78,1 10-57,2 7-78,8 4-251,9 8-1032,9 7 1356,15 13 0,-8-12 0,7 1 0</inkml:trace>
  <inkml:trace contextRef="#ctx0" brushRef="#br0" timeOffset="7808">19621 2509 18359,'1'-55'992,"0"0"1,-1 0-1,-1 5 1,-1 2 0,-1 6-523,-4 3 0,-1 5 294,-13-13-512,3 20-167,6 16-51,7 20 55,3 16-49,1 7-1,1 7 0,0 3-34,-1-7 1,2 2-602,-1 18 0,0-1 601,-1-16 1,0 0 8,-2 13 0,-2-2-105,-2 7 152,1-20 1,0-3 145,-2-6-16,4-23-91,1-24-66,1-6 5,2-12 0,1-5-19,1 5 0,2-1 50,-1-2 0,1-2 0,1 0-45,3-18 0,3 1 14,0-2 1,1 2 24,0 4 1,1 1-9,-2 8 0,0 3-17,-1 8 1,-1 3-18,10-14-16,1 21-12,6 16-10,9 17-7,9 16-1158,-12 5 0,-1 3 1164,-8-9 0,-2 3-45,10 15 1,-2 2-81,-13-11 0,-1 0-77,2 9 1,-2 3-152,-3-2 1,-3 0 105,-2-9 1,-3 1-1871,-9 12 0,-4-3 437,-5-6-163,-7-6 0,-3-4 382,-4-17 879,-3-5 0,-3-4 1791,-10-11-150,13 3 0,-1-2 1254,-13-14-346,7 0-444,5 1 2815,10 3-3761,11 0-45,18 0-442,16 1-62,23-2-17,-15 11 1,3 0 5,5 0 0,3 0-513,4 0 1,1 0 504,2 1 0,1-1 10,-1 1 1,-1-1 0,-2 2 0,-3-1-155,-6 0 0,-2 0 197,11-5 274,-13-8 163,-24 1-292,-3 0 242,-15-1-57,-6 10 904,-6-1-1016,0 4 291,4 4-481,7 4-23,6 4-5,4 4 28,8 8-1,6 6-49,10 6-1,10 7-11,6 5-389,6 3 367,0 2-28,-2-1 5,-11-3-50,-13-5-112,-20-4-213,-19-3-610,-18-4-1547,-9-8-4855,-1-10 7421,10-9 0,16 0 0,12-2 0</inkml:trace>
  <inkml:trace contextRef="#ctx0" brushRef="#br0" timeOffset="7976">20298 2120 23909,'-6'39'-6,"-1"0"1,2 0-1,1-5-251,2 2-2779,10 14 3036,4-15 0,-2-4 0,0-12 0</inkml:trace>
  <inkml:trace contextRef="#ctx0" brushRef="#br0" timeOffset="8514">20833 2012 22839,'-1'-44'862,"0"0"1,0 6 0,-3 7-6187,-9 14 5357,3 9 1427,0 10-1427,4 9 860,1 11-837,2 10-28,9 5-11,5 4 11,22 12-25,-10-25 0,3 0-6,3 1 0,0 0 1401,4-1 0,0-1-1426,-7-5 0,-2-1-39,11 19-40,-22-7-72,-31-3-113,-24-5 17,12-14 1,-4-1-205,-1-2 1,-2-4-578,-4-5 0,1-4 110,-11-6-2163,3-29-845,36-6 3085,8 13 1,2-1 1621,4-2 0,2 1 558,2 1 0,1 0-1036,3 0 0,1 3 721,3-9 657,5 0-393,-10 22-364,-1 2-448,-5 8 61,-2 11-375,-4 4 3472,-3 15-3528,-1-4 28,-7 20-44,-5 17-65,8-24 0,1 3-47,-3 6 0,2 1-130,3-6 1,1 0-678,0 28-851,17-10-4750,29-10 6458,1-18 0,-1-9 0,-20-14 0</inkml:trace>
  <inkml:trace contextRef="#ctx0" brushRef="#br0" timeOffset="8699">21385 2123 25590,'-40'-18'240,"10"10"-374,28 49-315,11-4-77,4-1-2078,10-5-7227,-1-11 9124,-2-4 0,-6-8 0,-10-7 0</inkml:trace>
  <inkml:trace contextRef="#ctx0" brushRef="#br0" timeOffset="8877">21428 1803 22649,'10'42'-2092,"2"-6"0,6-16 0,-10-13 0</inkml:trace>
  <inkml:trace contextRef="#ctx0" brushRef="#br0" timeOffset="9676">21913 1984 16556,'1'-4'6054,"0"0"-4938,-1-27 1,-4-8-627,-11 11-460,9-11 0,-5 3 673,-25 24-150,-2 14-247,9 9 0,-1 4 191,-9 8-267,13 8 0,6 3 104,8-2-68,3 28-55,20-25 48,11 5-599,12-10-143,13-13-2,-13-11 837,19-28-412,-32 0 77,9-16 435,-23 6-182,-4 13 211,-3-1-398,0 17-203,0 40 42,0-13 4,0 20 0,0 6-1,-1-17 1,1 0-348,-1 6 0,0 4 182,-1 17 0,-1 1-548,2-14 1,-2 0 597,1-2 1,-2 3-1,0-4 48,0 0 0,-3-2-76,-5 4 0,-5-4 52,-21 1 122,-13-7-74,-4-53-52,19-31-86,21 16 1,4-4 16,5-16 1,8-5-449,4 8 0,5-1 0,0-1 593,1 0 1,1 0 0,1 0 78,1 0 0,1 0 0,3 3 11,0 8 0,1 2 1,1 3 358,1 0 0,1 2-319,8-12 0,0 1 14,-7 13 1,0 2 30,1-1 1,-1 3 35,5-2 326,5 2 160,-18 16-491,2 0 2012,-9 14-1975,-5 3 352,7 14-283,5 20-145,0 8-51,-6-16 1,-1 0-6,1 13-10,-2 10 5,-6-8-9,-3-8 48,-11 4-10,3-32 75,-7 1-27,8-22-15,2-12 4,6-18-25,7 8 1,2-1-24,5-15 54,4 5 1,3 3-23,-2 6-6,-1 6 0,3 1 27,10 2-40,16 7-37,-11 9-1566,1 19 0,0 5 1744,-5 1-181,3 5 1,1 2-538,6 9-106,-17-13 0,0 1-4598,17 18 5257,-14-11 0,-14-12 0,-9-9 0</inkml:trace>
  <inkml:trace contextRef="#ctx0" brushRef="#br0" timeOffset="11108">22728 1809 26557,'22'-28'228,"-1"0"0,17-6-162,-29 63-222,4 11 76,4 9 33,1 2 18,0-4-7,-3-8-37,-5-12 82,-5-10 14,-9-11 85,-1-8 50,-11-20-100,7-5-27,-2-22 28,11-5 155,9-5-40,6 0-107,7 6-38,1 11-6,2 12 48,1 11 45,3 10-14,4 7-165,6 12-21,4 8 333,1 11 123,-5 5-103,-11 4-95,-10-3-174,-9-8-113,-11 3 278,-3-17 275,-3 1-134,1-16-85,2-12-516,3-11 254,6-11 208,5-2 151,7-1-58,2 8-188,1 9 46,-3 10 60,1 7 764,0 12-493,5 8-295,2 9-151,6 5-129,2 3-109,3-3-82,3-5-70,0-8-63,-1-7 503,-5-15 328,-4-11 22,-6-13-208,-3-11-91,-5-6-104,-5-4-155,-5 1-242,-3 4-149,-4 9-229,-2 11 88,-8 11 182,-5 8 133,-8 8 70,-14 17 49,12 2 102,-3 14 62,22-3-18,8 3-61,13 1-123,17 1-247,20-4 188,-19-18 0,3-2-138,2-3 0,0-2 219,-2-2 0,-1-3-33,21-8 274,-13-7 140,-13-11 106,-9-5 68,-6-4 44,0 0 328,1 1-317,3 5 46,1 5-91,-3 9-195,-5 7-50,-4 6 21,0 12 24,0 12-35,1 14-44,1 9 5,0 2-27,1-4 16,3-8 51,-1-13 53,0-11 128,0-21 274,3-12-150,2-16-134,2-12-183,0-7 1,1-2-18,0 7-14,3 13-155,-1 14-325,0 12 133,6 16 118,-6 3 181,10 18 41,-6 2-12,8 11 28,3 1 5,4-2-1701,-10-19 0,-1-2 1685,13 2 0,20-3-247,-19-23 247,12-12-6,-4-17-11,-27 12 0,-2-5-6,-1-5 1,-4-4-1,-1-5 1,-3-2-353,-1-7 1,-3 0 357,-2-2 0,-2 0 17,-1 2 0,-1 1 11,-2 6 0,-2 3 5,0 7 1,-1 3 11,-2-8 28,-4 13-73,4 20 2916,-2 8-2888,-4 15 337,-3 18-376,-3 17 2,7-19 1,2 2 433,1 4 0,2 1-439,1 2 0,4 3-51,12 13 1,8 0-1021,3-6 0,5-2 1012,2 0 1,4-2-147,11-4 1,2-5-426,-9-11 1,2-3-13,6 3 1,1-3-2552,-2-10 1,-4-5 3206,10-6 0,-16-8 0,-29-2 0</inkml:trace>
  <inkml:trace contextRef="#ctx0" brushRef="#br0" timeOffset="11268">24501 1255 18392,'-4'0'3910,"1"0"-1323,3 0-2206,80-13-300,-47 10 1,3 1-831,22-3 1,9-1-1,-4 2-385,-4 3 0,-2 0 1134,-11 2 0,0 0 0,-6-1 0,10 2 0,-25 0 0</inkml:trace>
  <inkml:trace contextRef="#ctx0" brushRef="#br0" timeOffset="12969">17950 3122 7811,'-51'5'518,"1"-1"0,0 1 1,0-1-1,-1 1 1,0 0-1,-1 0 1,2 1-178,2-1 1,0 1 0,1 0 0,-1 1-863,-2-1 0,0 1 0,0 0 0,0 1 916,0-1 0,0 1 0,1 0 0,0 1 45,-13 1 1,1 1 0,2 0-109,6 0 0,1 0 0,2 0-58,-11 3 0,5 1 383,16-4 0,8 0 116,7 3-232,32-7-136,35-9 1,15-7-274,2 0 0,6-2-268,-16 4 1,4-2 0,3-1 0,0 1 160,2-1 0,1-1 0,0 0 1,-2 1-17,-7 1 1,-2 1 0,2 0 0,3-2-7,-2 2 1,5-1 0,2-1 0,0 0-1,-1 1 1,-3 0-366,8 0 1,-4-1-1,1 1 1,3 0 356,-8 0 0,4 0 1,1 0-1,0 0 0,-2 0 1,-3 0-12,10-1 1,-3 1-1,-2 0 1,-2 0-191,9-2 1,-3 1 0,-4 0 132,6-3 1,-10 2-148,-4-4 80,-71 9 106,-14 7 1,-9 4 12,4-2 1,-4 2 0,-2 0 190,-9 2 1,-3 1 0,-2 0-176,10 0 1,-2 0 0,0 0 0,-2 1 53,-5 1 1,-1 0 0,-1 1-1,0 0-38,8-2 0,0 1 1,-1 0-1,0 0 0,0 1 2,-1 0 1,-1 0-1,0 1 1,0-1-1,1 1-1,1 0 1,0-1-1,0 1 1,1 0-1,1 0-150,-9 3 0,1 0 0,1-1 0,3 1 146,6-2 1,2 1-1,2-1 1,2 0-77,-4 2 1,4-2 0,3 0 58,-1 2 1,7-2 1184,7-1-1047,49-10-73,6-7 0,7-2-9,16-3 1,5-2 199,-9 1 1,2-1 0,2-1-232,8-1 1,2-2 0,2 1-7,-11 3 0,1-1 0,1 1 0,0-1-15,3 0 1,0 0 0,1 1 0,0-1-15,0 1 1,1-1 0,-1 1 0,0 0-10,-3 1 0,0 1 0,-1-1 0,-2 1-62,11-2 0,-3 1 0,-3 0 507,10-1 1,-10 2-1404,-3-2 393,-85 11 551,-18 6 0,-14 4-499,7-1 0,-8 1 0,-2 1 0,4 0 557,13-3 1,2 1 0,0-1 0,-4 2 46,-9 1 1,-5 2 0,-2-1 0,3 1 0,8-2-307,3-1 1,7 0-1,-6 0 392,3 1 0,-6 0 0,-1 1 0,2 0 0,7-2-28,2 0 1,5-1-1,-1 0-15,-9 2 1,-2 0-1,13-2 1472,12-1-1292,61-15-228,7-1 1,7-2-398,-3 1 1,4-1 0,3-1 346,-6 2 0,2 0 1,2 0-1,1 0 93,6-1 1,1 0-1,0 0 1,2 0-283,-11 2 1,2 0 0,-1 1-1,1-1 1,-1 0-1630,13-1 1,1-1 0,-2 1 0,-1 0 1809,-8 1 0,0 1 0,-3 0 0,-4 0 0,19-2 0,-9 1 0,4-1 0</inkml:trace>
  <inkml:trace contextRef="#ctx0" brushRef="#br0" timeOffset="14568">10906 3883 762,'-62'9'-85,"0"1"0,0 0 1,0-1-1,1 1 0,-1 0 1,3-1-1,6 0 0,-1 0 1,-8 2 161,12-3 1,-5 2 0,-5 1 0,-3 1 0,0 0 0,1-1 0,4 1-1,4-2 1,7-1 60,-6 2 1,8-1 0,2-1 0,-5 2 420,-12 2 0,-7 2 0,-1 1 0,6-2 0,12-2 326,8-2 1,6 0 142,-11 3 0,20-3 664,73-17-1020,4-2 0,10-3-376,-17 3 1,3-1 0,3 0 0,2-1-144,-2 1 1,1 0-1,1-1 1,3 0 0,3-1-91,-2 2 0,2-1 0,3-1 0,1 1 1,1 0-1,0 0 0,-2 0-51,-2 1 0,1 0 0,-1 0 0,0 0 0,0 0 0,0 1 0,0-1-10,1 1 0,0-1 1,-1 1-1,1-1 1,0 1-1,0 0 1,0 0-92,1 1 1,1 0 0,-1-1 0,0 1 0,1 1 0,0-1 0,0 0 103,0 0 0,1 1 0,1-1 1,-1 1-1,0-1 0,1 1 1,-1-1-133,-7 2 0,1-1 0,-1 0 0,0 1 0,1-1 0,0 0 0,0 1 0,1-1 119,3 0 1,1 0 0,2-1 0,0 1 0,-1 0-1,-2 0 1,-3 0 0,-3 1 45,6-1 0,-4 1 0,-2-1 0,-1 1 0,1 0-54,3 0 1,1 0-1,0-1 1,-3 1-1,-4 1-24,7-1 0,-5 0 0,-1 0-49,2 1 1,-2-1 0,-13 4 1158,-16 4-1077,-56 5 0,-27 1-23,14-1 0,-7 0 1,-3 1-1,-2-1-5,1 0 0,-2 1 1,-2-1-1,-2 1 1,0-1 16,3 0 1,-1 0-1,-2 1 1,0-1 0,-1 1-1,-1 0 12,4-1 1,-1 1 0,-1 0 0,0 0 0,0 1 0,1-1 0,2 0-1,-1 0 1,2-1 0,1 1-1,-1 0 1,-2 0 0,-4 2-24,12-2 1,-3 1 0,-3 0 0,-1 1 0,-2 0 0,1 1 0,0-1 0,2 0 0,1 1 0,3-2 44,-6 2 0,4 0 1,1 0-1,1 0 1,-1 0-1,-2 0 1,-2 1-107,6-1 1,-2 1 0,-3-1 0,0 1 0,-1 1 0,0-1-1,1 0 1,3 0 0,1-1 0,5 0 92,-10 2 0,4 0 0,3-1 0,1 0 0,0 1 0,-1-1 56,-1 2 0,-1 0 1,0 0-1,1 0 1,1 0-1,3-1 33,-12 5 0,3-1 0,1 0 1,2 0 23,4-2 0,0 0 0,2-1 0,2 0 45,-8 4 1,3-1 0,12-5 1175,9-7-1336,45-15 7,20-5 1,17-5 0,1 1 7,3-1 1,3 1-1,1 0-18,-6 1 1,0 0-1,3-1 1,3 1 3,-2 1 0,4 0 1,1 0-1,2 1 0,2-1-12,-10 4 1,3 1 0,0-1 0,2 0 0,-1 1 0,-1 0 0,-1 0-71,0-1 0,-1 1 1,-2 0-1,1 0 1,3 0-1,2 0 71,-7 2 0,2-1 0,2 1 1,2-1-1,0 0 0,0 1 1,0-1-1,-2 2 0,-2-1-150,6 0 0,-1 1 0,0 0 0,-2 0 1,0 1-1,0-1 0,0 1 151,0-1 0,-1 1 1,0-1-1,0 1 1,0 0-1,0 0 1,0-1 28,0 1 1,2 0-1,0 0 1,-1-1 0,-2 1-1,-2 1 1,-4 0-66,8-1 1,-3 1-1,-5 0 1,-3 1 325,21-4 1,-22 3-1441,-40 7 294,-42 6 0,-29 5 358,18-4 0,-5 2 1,-4 0-1,-2 0 224,9 0 0,-2-1 1,-3 1-1,0 0 1,-2 1-1,0 0 212,0-1 0,-1 1 0,-2 0 0,0 1 0,-1-1 0,0 1 0,-1 0 184,3 0 1,-1 0 0,-1 0 0,0 0-1,-1 0 1,2 1 0,0-1 0,2 0-61,0 0 1,2-1 0,0 1 0,1-1-1,0 1 1,-1 0 0,-2 0 85,3 0 1,-2 1-1,0 0 1,-1 0-1,1 0 1,0 0-1,2 0 1,2 0-293,-6 3 1,2-1 0,1 0 0,1 0 0,2 1 0,-1-1 105,-4 1 0,1 0 0,1 1 1,2-1-1,2 0 377,-4 1 1,-3 0-1,12-1 1,24-3 487,27-2-289,38-18 1,18-10-185,-21 7 0,2 0 0,7-3-191,-2 1 0,9-2 0,4-2 0,0 0 1,-1 1-1,-6 1-139,0 1 1,-5 1-1,1 0 1,9-2-30,-9 2 1,7-1-1,5-2 1,2 0-1,2 0 1,1 0 0,-2 0-1,-3 1 1,-5 1-73,7-1 0,-4 1 1,-2 1-1,0 0 0,2 0 1,4-2-167,-9 3 1,3-2 0,2 1 0,1-1 0,1 0 0,-1 0-1,-1 1 1,-2 0 0,-3 1 150,9-3 0,-1 2 0,-2-1 0,-2 1 0,-3 1 0,-3 1 1,7-2-1,-4 1 0,-4 0 0,-4 2 0,8-2 0,-1 0 1</inkml:trace>
  <inkml:trace contextRef="#ctx0" brushRef="#br0" timeOffset="17352">8886 3046 14794,'-19'-60'417,"0"0"0,-1 0 1,1 0-1,0 0 0,2 11 1,2 2-1,0 3 0,0-1-109,-4-15 0,-1 1 1,4 13 217,-2 9-470,2 12-33,10 24 1437,8 21-1390,7 18 0,2 7-50,0 4 0,0 4-494,0 1 0,1 6 0,0-1 466,-1 2 1,-1 1-1,0-1-260,-2-10 1,1-1 0,-1 4 236,0 6 0,1 4 1,-1 1-1,0-4-342,-1-3 0,-1-4 1,0 4 356,1-1 1,0 4-1,0 0 1,0-6 2,-1-1 0,0-4 0,0-4 4,0 4 1,1-5-6,1-7 0,-2-6-98,-1-12 106,-21-71 17,5 19 1,-1-6 23,-2-8 1,-2-6-1,1 0-26,1 3 1,0 0-1,1-2 24,0-5 0,0-2 0,1 0-30,0-3 1,1 0 0,0-1 56,1 1 1,0-1-1,1 1-56,0 2 0,0 1 0,1 1-3,0 4 1,1 2 0,0 0-189,2 5 0,-1 2 0,1 1 189,0-14 1,2 3-17,3 7 0,5 3 270,5 4 0,6 2-287,8 2 1,7 3 13,13-2 0,4 4 60,-6 5 0,5 2-66,-2 4 1,5-1-1,3 1 1,-2 0-197,6-2 0,0 2 0,4-2 199,-10 3 0,5 0 0,1-1 0,1 0 0,-2 1-276,-3 1 1,0 0-1,0 0 1,0 1 0,0 0 259,4-1 0,0 0 0,0 0 0,1 1 0,0-1 3,1 0 1,0 0 0,1 0-1,0 0 1,0 0-199,0 1 1,0-1-1,1 0 1,-1 1-1,1-1 225,-1 1 1,1-1-1,-1 1 1,0-1-1,0 1-112,0 0 1,-1 0 0,0 0-1,0 0 1,0 0 109,-1 0 0,0 1 0,-1-1 0,0 1 1,0-1 23,-1 1 1,0 0-1,-1 0 1,1-1-1,-2 1-19,0 0 1,-1 0 0,0 0 0,0 1 0,-1-1 26,-2 0 0,0 1 0,-1-1 0,0 1 0,0-1-37,9-2 0,-1 0 1,-1 0-1,0 0 13,-4 2 0,0-1 0,-2 2 0,0-1 165,11-3 0,-2 1 0,-1 0-165,-8 4 0,-2 0 0,-1 1 678,8-2 0,-6 3-589,11 0 1551,-43 19-1438,-35 10 2220,-16 10-2349,-4 2 1988,11-3-2021,15-4 221,16-3-160,11 1-11,9 2 10,4 9 24,0 12-57,-6-3 22,-10-9 1,-1 4-453,1 8 1,1 3 518,2 6 1,2 2-654,-1-9 1,0 3-1,2 0 577,2-1 1,1 0-1,1 1-19,3 6 1,2 0 0,1 2-27,-5-10 0,1 0 0,1 1 0,-1 1-547,2 3 0,0 0 0,0 1 0,1 1 527,0 1 1,1 1-1,0 0 1,-1 1-4,1 1 1,-1 0 0,0 0-1,0 1-11,-2-2 1,0 0-1,-1 1 1,-1-1-7,-3-1 1,-1 0 0,-2 0 0,-2 0-308,-3-3 0,-2 0 0,-2-1 0,-4 0 306,-3-2 0,-3-1 1,-3 0-1,-4-1-4,-7 13 1,-6-2 0,-6-2 2,3-14 0,-5-2 0,-2-2 0,-2-1-42,-5 0 0,-1-1 0,-3-2 0,-1-1-142,-4-1 1,-2 0 0,0-2 0,-2-1-702,0-2 0,-1 0 0,-1-2 0,3-2 892,4-3 0,1 0 0,2-3 0,3-1 0,-17 6 0,8-4 0,-6-1 0</inkml:trace>
  <inkml:trace contextRef="#ctx0" brushRef="#br0" timeOffset="19491">16111 1850 22621,'-8'45'200,"0"0"1,0 1 0,0 3 0,2 2 0,2 1-192,5 6 1,2 1 0,2 1-1073,-2-9 0,1 1 0,0 1 0,1 0 1045,1 5 1,1 0 0,0 1 0,1 1-336,0 1 0,1 1 0,0 0 0,1-1 304,1 1 0,-1-1 0,2 0 0,-1-1 7,1-4 0,1 0 0,0-1 0,-1-4 2,1 3 0,0-4 1,1-1 258,1-3 0,0-1 0,-2-5-256,-1-6 0,-2-3-98,1 19-229,-24-38-79,-21-41 291,-1-9 203,5-11 1,0-3-55,14 23 0,0-3 3,-6-17 0,-2-9 0,3 4 433,3-1 0,1 0-435,0 1 0,0-3 1,1 1-3,3 6 0,2 1 1,-1-1-1,1-2 0,1-1 0,1 0 4,0-2 0,2 0 0,0 1 18,2-2 1,1 1 0,1 0-4,1 2 0,2 1 0,1 0 0,1 5 0,1 0 0,2 2-81,4-15 1,3 2 93,4 8 0,4 3-20,3 4 1,4 4-361,6 2 1,5 2 323,7 1 0,5 2 79,-10 9 1,3 1 0,1-1-69,8-1 0,2 0 1,-1 1 2,-7 4 1,-2 0 0,6-2-18,-5 3 1,6-1 0,2-1 0,-1 0 0,-3 2 6,0 0 0,-2 2 1,0 0-1,3-1-212,4-1 1,4-2 0,1 0 0,0 1-1,-3 1 233,5 0 0,-1 0 1,-1 2-1,0 0 4,1 0 1,0 1-1,0 0 1,0 0-251,1 1 0,0 1 1,0 0-1,1 0 245,-11 2 1,1 1 0,-1-1-1,0 1 1,-1 0 4,2 0 1,-3 0-1,1 1 1,5-2-3,-3 0 0,4 0 0,2-1 0,1-1 0,-1 1 0,-3 1-197,-1 0 0,-3 0 0,-1 0 1,2 0-1,3 0 197,-2 0 0,3-1 0,2 0 1,0-1-1,1 1 0,-1 0 1,-2 0-53,3 0 0,-1 0 0,-1 1 1,0-1-1,1 1 0,3-1 67,-9 2 0,2-1 0,1 1 0,0-1 0,1 1 0,1-1 0,-1 1 0,0-1 3,1 1 0,0 0 0,0 0 0,1 0 0,0 0 1,-1 0-1,1 0 0,-1 0-17,0 0 1,-1 1 0,1-1 0,0 1-1,-1-1 1,1 1 0,-1 0 0,-1 0-36,5-1 1,1 1-1,-1-1 1,0 1-1,-2 0 1,0 0-1,-2 1 35,9-2 0,-2 1 0,-1 0 0,0 0 0,-1 0-6,-1 1 1,-1-1-1,1 1 1,-2 0-1,1-1 2,-2 1 1,-1 0 0,0 1 0,0-1-1,-1 0 0,0 1 1,-1 0 0,0-1 0,0 1 0,0 0 0,-1 1 1,-1-1 0,1 0 0,-1 1-1,1 0 5,-2 0 0,0 0 1,1 0-1,-1 0 1,-1 1-23,13-1 0,0 0 0,-1 0 0,-3 0 18,4 1 0,-4-1 1,4 2 59,-2-1 1,4 1 0,0 0 0,-6 1-52,-5 1 0,-4 0 1,3 1 168,-1-1 0,3 0 0,0 0 0,-4 1-171,-3 1 1,-3 0 0,-2 0 621,13 1 1,-4 1-597,-8 0 0,-5 1-20,16 3 1621,5 7-1582,-20-2-11,20 8 17,-7 0 0,7 2-31,-29-11 1,0 1-7,0 0 1,0 0 47,26 11 2068,-8-1-2096,-8-2 51,-7-3 1354,-10-5-1298,17 2 575,-6-5-659,22 3 11,-3-5-40,3 1-27,-5-1 22,-7 0 272,-12 0-244,-11-2 139,-11-1 35,-7-2-17,-3-1 235,0 0-443,-1 2 51,2 4-22,1 7-6,1 8-28,0 7 28,-3 9 0,0 8-23,-3 10 9,1-23 0,0 2-372,-1 6 0,0 2 369,-2 5 1,0 1-445,0 7 1,-1 0 454,-1 4 1,-1 1-14,3-18 1,0 0-1,0 0 0,1 1 1,0 0-1,0 1-346,1-1 0,1 0 0,0 0 342,3 21 1,0-2-12,1-3 1,0-1-12,0-5 1,-1 0 38,-7 3 1,-3-3 122,3-18 0,-3-1-139,-12 8 0,-6-3 10,1-16 1,-5-2 19,-10 4 0,-5 0-39,-7-3 0,-5-3-431,3-5 0,-3-3 1,2 0 435,-4 1 1,-2-2-5,2-2 0,-4-1 1,3 0-569,-1 0 1,0 1 555,10-2 1,-3 0 0,0 1-2,0 1 0,0 0 1,-2 0 2,-3 1 1,-1 0 0,-1 0 5,12-2 1,-1 1-1,0-1 1,-1 1-311,-5 0 1,-1 1 0,-1-1-1,0 1 312,8-1 1,-1-1 0,0 1 0,-1-1-1,0 1-198,-4 0 0,0 1 1,0-1-1,-1 1 0,0 0 198,-3 0 1,0 0 0,0 1 0,-1-1 0,0 1-47,9-2 1,0 0 0,-1 1 0,0-1 0,0 1 0,1-1 48,-2 1 0,1 0 0,0 0 0,-1-1 0,1 1 0,0 0 1,-1 0 0,1 0 0,0-1 0,0 1 0,-1 0 0,1 0-88,1-1 0,-1 1 0,1 0 0,-1-1 0,1 1 0,0 0 92,-10 1 1,0 0-1,0 0 1,0 0-1,0 0-47,1 1 1,0-1-1,0 0 1,0 0 0,0 0 44,1 1 0,-1-1 0,1 0 1,0 0-1,0 0-18,0 0 1,0 0 0,0-1 0,0 1 0,0 0 11,0 0 1,0 0-1,1 0 1,-1 0 0,0-1 6,1 0 0,-1 1 1,0-1-1,0 0 1,0 0-1,1-1 0,0 1 1,-1 0-1,1 0 0,-1-1 0,1 0 1,0 0-1,0 0 1,0 0-1,0-1 6,2 1 0,-1-1 0,0 0 0,1 0 0,-1 0-8,3-1 0,-1 1 0,1-1 0,0 0 1,0 0-4,3-1 1,-1 0 0,1 0 0,1 0 0,-1 0 31,-8 1 0,0 0 0,0-1 0,1 0-25,4-1 1,0 0-1,1 0 1,0 0 70,5 0 0,-1-1 0,2 1 1,0-1-77,-12 1 0,1 0 0,2 0 180,3-1 0,1 1 1,1-1-174,2 1 1,0-1-1,1 1-7,2 0 0,0 0 0,0 1-2,1 0 0,1-1 1,-1 2 291,2-1 0,0 1 0,0 1-276,-19 2 0,2 0-17,3 0 1,2 0-1,6 0 0,2-1 710,7-1 1,2-1-708,-22 4 1694,15-4-1689,10-1-27,-3 2 0,12-1 1414,-15 6-2132,9-3-2721,-9 1 3461,6-2 0,15-4 0,11-3 0</inkml:trace>
  <inkml:trace contextRef="#ctx0" brushRef="#br0" timeOffset="99541">12319 4196 24575,'9'54'0,"1"1"0,4-2 0,2 5-274,-4-15 0,2 0 1,-1-1 273,5 16 0,1-2 0,1 2 0,0-1 0,0-9 0,-1-1 0,-2-4 0,1 0 135,6 10 0,0 0-135,-6-12 0,-1-3 0,9 13 136,-5-8-136,-10-23 0,-2-5 0,-3-5 415,0-4-415,14 3 0,3-1 0,10 2 0,5 1 0,-6-1 0,1 1-225,15 3 0,5 1 225,-8-5 0,2 0 0,0-2-704,12 4 0,4-2 704,-8-4 0,6-1 0,1-1 0,-5 0-638,-5 0 1,-3-2-1,5-1 638,0-3 0,6-2 0,3-1 0,0-2 0,-3-1-510,-7-1 1,-1-1 0,0-2 0,0-1 0,1 0 509,-2 1 0,0-1 0,1-1 0,1 0 0,1-2 0,1 0-437,0-1 0,3-2 0,0 0 0,0-1 1,1-1-1,-1 1 0,0 1 437,-5 1 0,-1 0 0,0 0 0,-1 1 0,2-1 0,0 0 0,3 0-324,1-1 1,2 0 0,0 0 0,2 0 0,1-1-1,-1 1 1,1 1 0,0 0 323,-7 2 0,1 0 0,1 1 0,-1-1 0,1 1 0,-1 1 0,0-1 0,-1 1 0,-1 0 0,8-2 0,-1 0 0,-2 0 0,1 1 0,-1 0 0,1 1 0,1-1-272,-4 2 1,1 0 0,1 0 0,-1 0 0,1 0 0,-2 1-1,-2 0 1,-3 1 271,12-2 0,-5 0 0,-1 1 0,0 0 0,2 0-18,-5 1 0,0 0 1,1 1-1,0-1 1,-1 1-1,0 0 18,6-1 0,0 0 0,-1 0 0,-1 1 0,-2-1 0,4 0 0,-2 1 0,-1-1 0,1 0 0,1 0 0,1-1 0,-2 1 0,-4-1 0,1-1 0,-4 0 0,-1 0 0,-1 0 0,1 0 0,-1-1 0,2-1 0,1 0 0,-2 0 0,-4 1 0,-2 0 0,1-1 0,0 1 0,0-1 0,2-1 326,-4 3 1,3-1 0,-1 0-1,0 0-326,11-1 0,-1 1 0,1 0 648,-10 2 1,2 0 0,-1 1 0,-2 2-649,4 0 0,-1 3 0,-4 0 0,5 1 0,-5 1 5024,17 2-5024,-29 2 3031,-18 0-3031,-5-1 1426,-7-2-1426,-1-6 855,-7-17-855,-11-13 0,0-4 0,-7 1 0,4 7 0,7 14 0,1 0 0,5 14 0,3 1 0,0-2 0,-1-2 0,3-3 0,-4 0 0,4 1 0,-2 2 0,3 2 0,0 0 0,-1 0 0,0-1 0,-2-2 0,0-5 0,-1 1 0,1 0 0,0 1 0,1 2 0,0-1 0,-1-1 0,-1-2 0,0-1 0,2 3 0,-2 3 0,2 7 0,1-1 0,0-1 0,1-1 0,0 1 0,-3 1 0,-3 2 0,-8 2 0,5 1 0,-1 0 0</inkml:trace>
  <inkml:trace contextRef="#ctx0" brushRef="#br0" timeOffset="101833">12281 4132 24575,'-3'7'0,"1"23"0,2 9 0,0 18 0,0-11 0,0-13 0,0-7 0,0-13 0,0-1 0,0-3 0,0 2 0,0 12 0,0 10 0,0 2 0,0 0 0,0-13 0,0-1 0,-2-2 0,-2-2 0,0 4 0,0-7 0,2 3 0,-1-9 0,-3-3 0,1-5 0,-3-2 0,2-8 0,0 1 0,2-6 0,0 5 0,-1-10 0,4 6 0,-2-9 0,3 6 0,0-20 0,0 4 0,0-14 0,0 8 0,0-1 0,0-17 0,0 14 0,1 8 0,0 2 0,4-3 0,4-5 0,5 13 0,5 6 0,-6 2 0,1 7 0,-6 4 0,1 1 0,-1 0 0,-1 3 0,-4 3 0,0 3 0,4 9 0,11 7 0,7 6 0,9 5 0,1-1 0,-12-5 0,-1-3 0,-7-5 0,-5-2 0,5 1 0,-6-4 0,1 1 0,0-2 0,-3-1 0,-1-1 0,0-1 0,0 0 0,0 0 0,0-2 0,1 2 0,1-2 0,-2 0 0,1 0 0,-3-1 0,-2-1 0,0-1 0</inkml:trace>
  <inkml:trace contextRef="#ctx0" brushRef="#br0" timeOffset="104382">19970 3488 24575,'0'-16'0,"0"-1"0,0 7 0,0-2 0,0 4 0,0-1 0,0-3 0,0 1 0,0 2 0,0-2 0,0 2 0,0 0 0,0 0 0,0 5 0,1 2 0,8 3 0,3 0 0,4-1 0,-1 0 0,-4 0 0,-1 0 0,8 0 0,-2 0 0,7 0 0,-6 0 0,-1 0 0,0 0 0,-2 0 0,-1 1 0,-3 1 0,-2-1 0,-2 2 0,0-2 0,0 1 0,0 0 0,-1 0 0,7 2 0,0 1 0,7 1 0,-7-3 0,-1-1 0,-6 0 0,-2 3 0,-2-2 0,-1 3 0</inkml:trace>
  <inkml:trace contextRef="#ctx0" brushRef="#br0" timeOffset="481804">2259 7227 24575,'60'0'0,"0"0"0,3 0 0,-1 0-553,-9 0 0,4 0 553,-12 0 0,7 0 0,3 0 0,2 0 0,-1 0-1567,4 0 1,-1 0-1,2 0 1,2 0 0,3 0 1566,-8 0 0,3 0 0,1 0 0,2 0 0,0 0 0,0 0 0,-2 0 0,0 0 0,-1 0 0,0 0 0,0 0 0,1 0 0,-1 0 0,1 0-150,1 0 1,2 0 0,0 0 0,0 0 0,-2 0 0,-1 0 0,-2 0 149,-3 0 0,-3 0 0,-1 0 0,-1 0 0,1 0 0,0 0 0,4 0 0,1 0 0,0 0 0,0 0 0,-1 0 0,-2 0 0,6 0 0,-1 0 0,-1 0 0,-2 0 0,-3 0 0,-1 0 0,-3 0 0,0 0 0,4 0 0,-3 0 0,4 0 0,2 0 0,-1 0 0,-2 0 0,-5 0-388,9 0 1,-6 0 0,6 0 387,-4 1 0,5-1 0,3 1 0,-1 0 0,-4 1 0,2 1 0,-3 2 0,-1 0 0,0 0-279,2-1 0,1-1 0,-2 1 0,-1 2 279,8 2 0,-2 2 0,-1-1 0,-2-2 0,0 0 0,-4-1 0,1 1 0,-1 0 0,-10-3 0,2 1 0,-6-1 2035,-5-1 1,-5-1-2036,25 1 0,7-1 3304,-10-2-3304,-5 0 1942,-5 0-1942,16 1 1471,-15 3 1,5 0-1472,-5-2 0,2 0 0,-1 1 0,14 1 0,-2 1 0,-3-1 0,-3-2 0,-10 0 0,-5-1 0,6 1 0,11-2 0,-14 0 0,-8 0 0,5 0 0,-12 0 0,2 0 0,-6 0 0,1 0 0,-8 0 0,-3 0 0,1 0 0,-2 0 0,-2 0 0,5 0 0,-5 0 0,2-1 0,-5-5 0,-1 4 0,-2-3 0</inkml:trace>
  <inkml:trace contextRef="#ctx0" brushRef="#br0" timeOffset="525140">2282 8463 24575,'31'0'0,"9"0"0,9 0 0,6 0 0,6 0 0,2 0-1943,-16 0 0,2 0 0,0 0 1,2 0 1942,7 0 0,3 0 0,1 0 0,2 0 0,-13 0 0,4 0 0,0 0 0,0 0 0,-2 0 0,-2 0 0,6 0 0,-5 0 0,2 0 0,4 0 0,-6 0 0,4 0 0,3 0 0,1 0 0,-1 0 0,-4 0 0,-5 0 0,1 0 0,-4 0 0,-2 0 0,4 0 0,5 0 0,5 0 0,1 0 0,-3 0 0,-7 0 0,-3 0 0,-6 0 0,1 0 730,5 0 0,2 0 1,-7 0-731,-6 0 0,-4 0 1233,18 0-1233,-13-2 0,-30-5 0,-7 3 0,-7-2 0</inkml:trace>
  <inkml:trace contextRef="#ctx0" brushRef="#br0" timeOffset="526489">2417 9927 17430,'-5'0'0,"9"0"3191,14 0-3191,23 0 0,10 0 0,0 0 0,4 0-1332,-3 0 1,3 0 0,4 0 1331,-5 0 0,2 0 0,2 0 0,2 0 0,-1 0 0,2 0 0,2 0 0,2 0 0,1 0 0,-10 0 0,1 0 0,1 0 0,2 0 0,0 0 0,1 0 0,0 0 0,-3 0 0,1 0 0,1 0 0,0 0 0,1 0 0,-1 0 0,0 0 0,0 0 0,-3 0 0,1 0 0,0 0 0,-1 0 0,1 0 0,-2 0 0,0 0 0,-1 0 0,2 0 0,0 0 0,-1 0 0,0 0 0,-1 0 0,-2 0 0,0 0 0,12 0 0,-1 0 0,-1 1 0,-4-1 0,-2 1 0,10 1 0,-4 0 0,-4 1 0,-9 0 0,-2 0 0,-5 1 819,-4 2 0,-4 1-819,0 0 0,-3-1 0,4 2 1604,-7 1-1604,-15-3 0,-4-1 0,-2-1 1176,-2-3 1,-3-1-1,0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13:46:40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3316 3175 22565,'-12'3'465,"1"-5"-412,9 34 0,5 10 3,-7 0 17,-2 1 0,-3 2-712,-7 12 714,4-17 1,-1-2 182,-4 6 578,5-17-181,6-18-341,6-12-129,12-34-95,4-10-453,-3 9 0,0-3 410,-1 2 1,-1 0-9,-1-1 0,0 1 51,-2 1 1,0 2-77,0 5 0,0 0-3,12-19-5,-2 18 5,19 7-5,-15 17-34,37 9 17,-31 8 39,26 21-28,-18 4-6,-11-5 0,-1 2-10,10 22 10,-19-23 0,-2-1 12,-4 10 861,-6-10-716,-3-14 372,0-9-495,8-31 0,1-1 5,9-22-27,0 10-1,3 6 1,-1 7-12,-2 10-22,11 4 17,-5 8 0,15 4 11,-1 8-11,3 9-17,-7 0 0,15 16 39,-14-10-11,13 9 11,-9-12-11,-4-9-17,1-7 23,-1-12-12,5-9 29,0-9 27,2-7-27,-6 0 10,-7 3 1,-10 6-34,-9 10-28,-7 8 17,-15 27-1,1 0-10,-5 14 16,10 9 12,16-15-6,12 12-6,15-14-10,10-8 10,-7-10-5,20-7 33,-18-13 40,16-9-12,-19-12 34,-12-7-5,-12-6-18,-15-2 12,-16 1-23,-15 2-262,-13 6 251,-8 8 0,-2 9-44,3 11 5,6 10-28,10 10-6,8 12-39,11 11-89,8 8-213,13 5-292,14 2-168,20-1 114,-11-25 0,3-4 287,8-1 0,3-4 137,6-3 0,2-3 196,6-3 0,1-4 90,2-3 0,0-3 47,-2-2 1,-2-3 114,-7-2 0,-3-4 140,-9 1 1,-4-2 405,10-18-41,-18-1-63,-11 2-94,-7 2-95,-6 5-175,-9 10 695,-12 10-868,-15 17-17,-14 12-25,22-6 0,-1 3-208,0 2 1,1 2 195,3 0 1,2 2-19,-10 22-24,17-4 29,21-8 0,17-10 11,20-12 17,13-16-12,-24-4 1,1-5-141,1-5 0,-2-5 168,0-4 1,-1-3-200,-3-6 0,-2-2 194,-2-5 0,-3-2-12,-2-4 1,-4-2 19,-2-2 1,-2 0 19,-2 0 0,-3 1 17,-1 5 0,-2 1 16,0 8 1,-1 3 89,-3-13-45,-1 21-111,-2 15-34,-2 15 312,-2 14-318,-1 17 0,-1 22 6,6-20 0,1 2-260,1 6 0,1 2 184,1 7 1,1 0-116,4 4 0,2 0-545,4-1 1,4-1 421,5-4 0,4-4-3,4-8 0,3-5-4,-1-8 0,1-5 243,20 3 139,-13-22 45,-13-17 1183,-7-11-1054,-4-8 1099,-1-2-936,0 4 383,-4 5-366,-2 11-197,-3 7-123,-3 7-90,0 1 1,3 0 33,3 3-6,8 0-16,11 1 5,12-2 0,10-8-5,4-6 16,-3-10 17,-6-8 12,-12-8-7,-13-3 12,-10-1-5,-14 4-6,-6 9-6,-10 10-6,-2 10-16,-3 9 0,0 9 5,0 11-10,1 13-1703,13-4 1,1 1 1690,-3 14-9,7-7 1,4-1-222,14 15 227,1-19 1,5 0-4,8-1 0,8-3 6,20 2 0,9-6 2,-16-12 0,2-2 0,0-4-305,1 0 1,1-3 0,-1-4 324,17-7 1,-6-9 10,-18-6 1,-6-6-136,-5-4 0,-4-7 115,-9-1 0,-2-4 1,-3 1-3,1-4 0,-3-2 435,-2-3 1,-2-4-1,-1 3-410,-1-3 1,-2 2-13,0 13 0,-1-2 1,-1 1-227,-3-13 0,-1 5 286,-2-7 1020,-6 18-1070,7 36 336,-3 16-347,-4 23-18,4-4 1,0 6-73,2 4 1,0 4 0,1-1 60,0 5 0,1 2-11,2 3 1,1 4-1,3-2-242,3-11 1,3-3-1,1 3-124,1 12 1,3 4-1,3 2-2075,3-7 0,2 4 1,1-2-1,-1-5 1483,-3-3 1,0-3 0,1-2 0,2 3 0,1-1 0,-5-12 0,-6-13-1</inkml:trace>
  <inkml:trace contextRef="#ctx0" brushRef="#br0" timeOffset="2517">4020 5416 20901,'-18'-52'987,"0"1"1,1 4 0,-4 10-713,-17 21-68,-8 13-45,-9 17-106,25-1 0,0 3-558,-2 5 0,2 4 530,1 3 0,2 3-14,4 2 0,2 3-11,4 1 0,3 1-3,3 0 0,5 2-33,4-2 0,6-1 30,4-2 0,5-2-8,7-5 0,4-3 13,7-3 1,4-6-136,5-3 1,1-5 149,4-3 0,0-4-3,1-5 0,0-4 17,-2-3 0,-1-4 16,-2-4 1,-1-3-12,-3-3 1,-2-1-4,-3-2 1,-2-2 16,-5 3 1,-2-1 100,10-21 62,-14 13 480,-11 15-609,-10 11 267,-9 16-323,-11 9 622,-4 11-645,-1 9-5,9 2 6,9-2-12,13-5 12,9-8 5,11-8 6,8-8 11,6-11-6,4-7 17,1-11 34,-7-7 34,-7-5-1,-12-7 6,-9-1-11,-13 2-17,-8 5-23,-10 9-10,-5 11-23,-4 8-34,0 13 6,2 6-22,6 9 5,6 5 11,8 1-50,7 2-100,10 1-332,11-2-464,14-1-493,12-7-56,10-8 554,6-15 286,1-10 694,-5-13 259,-7-5 262,-11-3 248,-8 2 10,-9 2-157,-7 5-123,-3 3-101,-3 5-112,-1 5-150,-2 6 167,-1 5-313,1 4 5,3 7-23,6 9 6,2 11-11,-1 9 0,-2 7 17,-5 3-17,-2-2 28,-3-6 0,0-10 45,-1-13 117,2-10-55,1-11-62,4-9 16,5-8-5,3-7-17,4 0-16,3 2 5,7 3-45,-9 11-17,5 5 18,-10 13-24,6 4 24,0 9 16,3 2-17,4-1 17,7-4-6,11-7 12,10-9-15,-26-4 1,0-4 8,7-7 0,-2-3-206,13-11 214,-20 2 1,-4-3-553,-2-23 560,-12 15 1,-1-3 5,-4-4 1,-3-1 2,-3-2 0,-2-1 31,-2 2 0,-3 1 28,0 5 0,-3 2-54,0 7 1,0 3 98,-8-13-34,3 19-83,6 12-18,-1 24 6,4 1-11,-5 30-40,3 7-369,3-15 0,1 3 384,1 5 0,3 3-39,3-5 0,4 4 1,-1-4-30,1 5 0,1-1-452,4 1 1,4 2 0,-1-3-159,4 2 1,1-1-444,4 9 0,1 0-2436,0-5 1,-2-4 590,3 8-3736,-12-20 6710,-22-37 0,2 1 0,-2-5 0</inkml:trace>
  <inkml:trace contextRef="#ctx0" brushRef="#br0" timeOffset="3291">5573 5634 17423,'-29'-53'1771,"-1"0"1,3 7 0,9 7-1553,20 12 279,14 7-482,5 6 115,21-5-299,8 3-101,-15 5 1,3 0-1421,13-3 0,0 2 1386,-16 3 1,0 1-166,12-3 1,-4 1 331,-5 0 640,-3-7 123,-29 1-224,-10 0 1155,-30 0-1037,14 9 2369,-18-2-2033,22 6 28,2 1-672,8 1-146,4 1-45,15 4-16,10 7 0,23 12-12,-9 1 0,0 3-397,-2 0 0,-1 3 389,5 10 0,-4 0-3,-13-10 1,-4 0-21,-3 8 1,-5 1-5,-9 19 47,-13 4 27,-23-13-10,6-26-23,-15-8 45,18-29-1,6-6-21,5-8 27,25-19-39,10 10-11,7-9 6,-5 23 0,2 1-23,25-13 17,-8 8 0,4 1-37,-4 5 0,1 0 39,10-2 1,-2 2 0,-15 8 0,-2 1 13,7-1 1,-2 1-185,22-5 185,-7 2 11,-15 4 22,-27 7-44,-14 5 0,-4 2 33,-14 10-17,-13 19-22,-1 6 5,14-13 1,3 2 22,-2 20-16,10-11 834,13 7-840,10-11 5,22 13 28,6-14 28,14-5-39,-15-17 73,8-11 17,-13-13-12,4-10-16,-9-14-6,-9-20-51,-12 16 12,-7 5 0,-3 0 282,-8-4-255,-9-13-38,-9 23-51,-5 14 0,-2 10-50,6 12-84,7 7-347,11 12-790,13 10-2023,15 10 3311,-1-14 0,1-2 0,3 4 0,3 0 0</inkml:trace>
  <inkml:trace contextRef="#ctx0" brushRef="#br0" timeOffset="4417">7254 5715 22873,'0'6'3551,"1"-1"-2784,-1-5-576,41-65-46,-11 26-662,3-9 1,1-4 544,-10 17 0,-3 0 11,2-8 1,-2-3-12,0-8 0,-3-3-15,-6 14 0,-2-1 0,-1 1-5,1-10 1,-3 0-9,-2 4 0,-1-2 0,-3 4 2,-3 7 1,-2 1 14,0-12 0,-4 4 264,-12 8-292,-2 22 5,-1 21 23,-1 16-17,5 7-11,5 9 0,0 6 16,4-3 1,0 3-242,0 0 1,0 4-1,0 0 228,2 0 1,0 0 0,1 0-3,1 4 1,0 0 0,2-1-3,3 0 1,1-1 0,3-1 5,5-1 1,2-2-1,2-2 6,5 6 0,5-4-22,16 2 0,7-6-34,7-12 0,4-7 30,-3-2 1,0-6-322,7-8 1,-3-10 332,-17-13 0,-6-8 14,0-10 0,-5-4 6,-7 5 0,-2-4 1,-2-9 0,0-6 1,-3 1 1,-4 10 0,-2 1 1,1-3-380,0-1 0,0-4 0,0 0 0,-1 1 390,-1-4 1,-1 2-1,-1 0-3,-1 5 0,0 0 0,-2 3-176,-1-12 0,-2 4 192,-3 10 1,-1 4 1184,-8-16-1146,-1 21 555,3 16-633,1 13 1830,3 7-1818,-11 33-12,-5 15-371,4-7 0,-1 5 363,0 6 0,0 2 4,6-14 1,1 1 0,1 1-3,2 3 1,1 1 0,1-2-3,-2 11 0,5 1-95,8-5 1,6 3 0,1-7-24,-2-10 1,4-2-416,11 11 0,7 4 0,-1-8-363,-1-12 0,3-5-34,10 11 0,1-7 182,-12-17 1,-2-7 122,21-14 522,-9-21 817,-8-16 689,-12-5 107,-10 3-326,-13 7-324,-7 8-213,-5 8-168,4 7 1085,2 7-1438,6 2 141,4 4-192,12 0-44,6 0-6,15 1 6,3 0 11,6-3 17,1-4 11,0-7-11,-6-9-6,-5-4 11,-7-5 6,-10-2 0,-8 1-11,-10 2-11,-9 7-12,-10 8 17,-9 9 0,-7 9 6,-1 10-28,0 10-17,1 12 22,2 8-228,6 7 228,9 5-33,12 1 5,17-1 12,16-5-29,18-6 37,-18-25 0,3-4 31,29 5-50,-1-10-1,-3-16 17,-2-11-16,-1-12 5,-6-8 28,-7-6-6,-11 0-33,-8 5 33,-6 6 6,-1 7 6,1 3 5,4 3-5,4 1-1,6 2 208,3 3-213,4 6-17,1 3 6,-1 12 27,-1 10-32,-4 16-12,-2 14-34,-4 12-316,-13-26 0,-1 2-73,0 2 0,-1 0 423,-2 7 0,0-3 0,0 4 0,-2-3 0</inkml:trace>
  <inkml:trace contextRef="#ctx0" brushRef="#br0" timeOffset="7088">2779 3986 6826,'-57'-2'935,"0"0"0,0 0 0,0 1 0,-7-2 0,4 0 1,11-3-103,4-11-205,79-7-433,-8 12 1,8 2 35,11-1 1,11 1 0,4-1 0,-2 2-1155,-6 1 0,-1 1 1,2 0-1,4-1 990,-3 1 0,3 0 0,2-1 0,1 1 0,1 0 0,-2 0 33,-1 1 1,0 1-1,-1-1 1,1 1 0,0 0-1,1 0-125,-6 1 1,1 0 0,1 0 0,-1 0-1,1 0 1,0 1 0,0-1 115,3 0 0,-1 1 1,1 0-1,0-1 0,1 1 1,-1 0-1,0 0-56,1 0 1,0 0 0,1 0 0,-1 0 0,0 0 0,1 1 0,-1-1 40,0 1 0,0-1 1,0 1-1,0 0 1,0-1-1,-1 1 1,1 0-130,-2 0 1,0 0 0,0 0 0,0 0 0,-1 0-1,0 0 1,0 1 112,6-1 0,0 0 0,0 1 0,-1-1 0,0 1 1,-1-1-3,-4 1 1,1 0 0,-2 0 0,1 0 0,-2 0 0,0 0-27,6 0 1,-1 1 0,-1-1-1,-1 1 1,-1-1-77,8 1 1,-1-1 0,-2 0 0,-1 1-365,-6 1 1,-1 0 0,-2 0 0,0 1 422,11 1 0,-1 0 0,-7 1 0,-5-1 0,-5 1 0,-11 0 0,1 1 0</inkml:trace>
  <inkml:trace contextRef="#ctx0" brushRef="#br0" timeOffset="7610">3509 6599 5674,'-52'7'-31,"0"1"0,0-1 1,-6 1-1,7 0 2635,-4 2-1825,86-14-113,18-4 1,11-2-594,-16 3 1,4-1 0,3-1 0,2 0 108,0 0 1,2 0-1,1 0 1,2-1 0,2 1-175,-3 0 1,2 0 0,2 0 0,0 0 0,1 0 0,1 0 27,-3 1 0,1-1 0,0 1 0,2 0 0,-1 0 0,2 0 1,0 1-23,-5 0 0,1 0 0,1 1 0,0 0 0,0-1 0,1 1 0,0 1 0,0-1-8,-4 1 0,0 0 0,0 1 0,1-1 1,0 1-1,0 0 0,0 0 0,0 0 1,0 1-111,2-1 0,-1 1 0,1 0 0,0 0 0,0 0 0,0 0 0,0 1 0,-1-1 0,1 1 110,0 0 1,0 0 0,0 0 0,0 0 0,-1 1 0,1-1-1,0 1 1,-1 0 0,1 0 1,-2-1 0,1 1 0,-1 0 0,0 1 0,0-1 0,0 0 1,0 0-1,-1 1 0,0-1 3,5 0 0,0 0 0,0 0 1,-1 1-1,0-1 0,-1 0 0,0 0 1,0 0-3,-4 0 0,0 0 0,-1 0 0,0 0 0,0 0 0,-1-1 0,0 1 0,-1 0-1,2-1 0,1 0 0,-2 0 0,0 0 0,0 0 0,-2 0 0,0 0-6,12-1 0,0 0 1,-2 0-1,-2 0 1,-1 0-97,4-1 0,-2 1 0,-2-1 0,-3 1-1570,4 0 0,-4 0 0,-5 0 1664,2 1 0,-8 0 0,0 2 0,-32 0 0</inkml:trace>
  <inkml:trace contextRef="#ctx0" brushRef="#br0" timeOffset="1.41987E6">2883 8372 17882,'0'-5'5417,"0"1"-5160,-25-27 1,-9-4 50,7 18-202,-10-19 1,-1 9 33,6 38-68,-6 13-16,-5 16-50,20-15 0,0 2-34,1 2 0,1 2-183,2 0 0,2 1 180,5-2 1,3 1-9,1 22 94,20-10-61,13-15 40,12-13 50,-1-11 95,-7-10 34,-13-5 198,-14-5-283,-15-1-27,-13 3-67,-12 4-34,-12 8 39,-4 12 6,-1 11-51,5 13 6,10 8-61,15 5-113,15 1-151,24-2-464,24-2-80,-7-24 0,6-2-683,2-4 0,4-2 1,-2-2-501,5 2 0,0-3 2052,19 1 0,-7-4 0,-23-3 0,-1-3 0</inkml:trace>
  <inkml:trace contextRef="#ctx0" brushRef="#br0" timeOffset="1.42056E6">3202 8699 17440,'0'-6'6531,"0"1"-5997,-7-24 1,-3-5 99,2 10-424,-1-12 0,-1 3-14,6 23-168,2 6-28,1 10 5,2 12 12,1 16 11,-1 16-17,-5 12-28,0-10-1685,-3-10 1,-1-3 1701,2-6 23,-5 19 89,10-42 78,0-7-78,1-14-28,3-11 6,4-17 16,4-10-28,6-5-33,2 1 0,3 8 3353,-1 13-3387,-2 12-22,2 11-23,0 8 17,7 9-72,4 9-107,8 11-353,4 7-482,2 8 185,-23-21 1,0 0-1984,21 18-1221,-1-8 1457,-2-15 2548,-2-12 1232,-4-18 1300,-7-10 297,-8-15-1630,-8 5 1210,-6-19-1356,-4 19-212,0-10-259,-2 21-380,0 10-56,0 7-124,0 7 12,5 10-6,6 11-16,8 11-34,6 8-23,7 1 51,2-3 28,1-10 44,-3-13 29,-6-12 16,-4-17 29,-2-13 10,-2-15 18,0-9-23,-3-2-51,-1 3-5,-2 8-50,-2 9-107,0 11-3857,5 10 3482,-3 10-4196,28 21 510,-14-3 4128,24 19 0,-32-25 0,-1 2 0</inkml:trace>
  <inkml:trace contextRef="#ctx0" brushRef="#br0" timeOffset="1.42086E6">2317 9616 20705,'-49'17'1257,"0"-1"1,-6 11-983,83-24-54,13-4 0,9-1-62,8-3 1,4-1-1041,-21 3 1,1-1 0,6-1 939,-2 0 1,7-2 0,3 0 0,1-1 0,-1 1 0,-4 0-540,7 0 0,-3 0 0,0 1 0,3-1 486,-8 0 1,2 1-1,2-2 1,0 1-1,0 1 1,-2 0-205,4 0 1,-1 0 0,0 1 0,0 0 0,1 0 198,4 0 0,1 0 0,0 0 1,1 1-1,0-1-272,-10 1 1,1 0-1,1 0 1,-1 0 0,0 0-1,-1 1 242,9-2 0,0 1 0,-1 0 0,-1 0 0,0 0-151,-7 1 1,0-1 0,-1 1 0,-2 0 0,-1 0-1269,13 0 0,-3 0 0,1 0 1448,2-1 0,1 1 0,-6 0 0,-1 0 0,-8 1 0,1 0 0</inkml:trace>
  <inkml:trace contextRef="#ctx0" brushRef="#br0" timeOffset="1.42161E6">5946 8343 20112,'-7'-57'1581,"-1"0"0,-2 8 0,-3 5-975,-17-6-455,3 25 17,-10 20-146,11 22-16,-2 6-1,11 16 1,4 4 0,0 12-502,5-15 1,0 5-1,2 0 420,1 12 1,2 2-81,0-7 1,1 2 0,0 2-101,1 3 1,0 0-1,1 1-215,1 1 1,0 0 0,-2 1-151,-2-11 1,-2 1 0,0-1 0,0-4-18,1-2 0,0-3 0,-4-1 684,-4 5 1,-5 0 0,-4-10 211,-11-12 0,-5-9-108,2-3 1,0-7 129,-6-10 0,4-11-28,14-9 1,7-8-32,8-8 0,6-2-134,3 6 0,7 0 8,8-1 0,6-1 1,2 3-464,5-1 1,4 2 372,-2 2 1,4-1 0,-2 4-1,2 2 1,1 3-10,1 4 0,3 0 1,-4 2 0,-6 4 0,0 1 8,25-10 1,2-2 13,-8 3 1,-4 1-6,-11 6 0,-2 0 3,7-3 0,-5-2 1025,-7-6-908,-13 10 2199,5-17-1722,-15 17 196,-1-5-399,-4 8 1028,-1 5-1352,-1 5-62,0 7-10,-1 3 354,-8 23-366,2 3-61,-3 21-180,5 0-28,4-11-1792,3 18-2650,4-24 4203,0 6 0,0-25 0,-1-10 0</inkml:trace>
  <inkml:trace contextRef="#ctx0" brushRef="#br0" timeOffset="1.42177E6">6390 8276 22778,'-23'-14'0,"5"2"0</inkml:trace>
  <inkml:trace contextRef="#ctx0" brushRef="#br0" timeOffset="1.42245E6">6463 9016 23892,'-3'0'2459,"0"0"-2162,3 0-191,13-63-61,15 19-697,-6-6 1,3-4 698,2 14 1,2 1-12,1-9 1,-2-1-23,-7 9 0,0-3-7,-2-4 0,0-5 1,-3 3 0,-1 0 1,-1 1 9,-3 4 1,1-2 0,-3 6 161,-2 6 0,-4 4-1,-15-19-78,-3 31-39,-9 0-29,6 19-21,0 14 1043,1 18-1089,0 20-8,10-17 0,1 2-427,1 7 1,2 2 308,4 5 1,3 0-598,2 1 0,4 0 376,4-2 0,3-3-112,3-5 0,4-3-118,-1-7 1,4-5 238,-1-8 0,1-5 92,25-2 403,-3-28 286,-5-19 212,-7-14 107,-7-5 713,-8 4-651,-8 8 990,-7 13-1315,-4 12 8,-4 8-456,-2 8-28,-2 8-23,0 6-16,1 11-23,7 3 23,12 2 39,12-5-1,12-7 24,6-9 21,-1-13 18,-5-11 38,-9-13 1,-10-9 11,-10-7 27,-6-4 46,-5-1 22,-3 6 6,-3 9-18,-2 13-87,0 10-97,-3 11 0,-4 12 0,-4 15-46,-3 17-22,12-15 1,2 3-129,1 5 0,3 3-988,3 6 1,3 1 304,6 6 0,6 1-878,5 2 1,7-1 1343,-2-17 0,2 0 0,-1-5 1,-2-1-1,0-4 0,23 17 1</inkml:trace>
  <inkml:trace contextRef="#ctx0" brushRef="#br0" timeOffset="1.4228E6">4548 9560 20724,'-57'26'879,"0"0"1,13-3-1,21-3-201,70-5-468,2-10 0,9-4-1790,-7-2 1,4-2-1,3-1 1648,-6 0 1,3-1 0,1-1-1,2 0-38,-5-1 0,1 0 1,2 0-1,0-1 1,1 0-19,-5 1 0,0-1 0,0 1 0,2-1 0,1 0 0,1 0-5,4 0 0,3 0 0,2-1 1,0 1-1,0-1 0,-2 1 1,-4 1-208,5-2 0,-3 2 0,-2-1 0,1 1 0,4-1 206,-5 2 0,4-1 1,2 0-1,0 1 1,-1-1-1,-2 2 0,-4 0-102,0 0 1,-3 1 0,-2 1-1,0 0 1,3 0 79,-2 0 0,3 0 0,0 0 0,0 0 1,1 0-1,-3 1-195,8 0 1,0 0-1,-1 0 1,-2 1 0,0-1 151,-6 1 1,-1 0 0,0 1 0,-2-1 0,-2 1-50,3 1 0,-2-1 0,-2 1 0,-3 1-1054,19 0 0,-12 2 1387,-14 4 1,-30-3 0,-24-2-1</inkml:trace>
  <inkml:trace contextRef="#ctx0" brushRef="#br0" timeOffset="1.42374E6">8568 8349 26194,'-2'-55'40,"-2"28"-63,-2 57 12,2 1-6,13-5 17,5-10 34,16-2 27,-11-6 231,10-13-102,-19-6-84,2-5 135,-8-8 0,-9 1-67,-7-5-34,-17 1-118,1 9-16,-1 5-23,6 13-6,7 12-27,-3 9-325,1 27 117,8-11-176,6-6 0,4 2-1196,10 14-865,5-14 0,4 1-698,2-8 0,1-2 1572,2 0 1,0-4-2536,25 9 3994,-24-11 2912,-4 3 2369,-24-1-1181,-20 0-1076,-18 1 151,-18 1-1618,11-8-835,6-2 656,19-10-992,17-1 188,0-1-451,7 0 50,4 3-11,2 0-5,10 8 16,3 0 11,17 7 23,-8-8-17,1 0-17,-15-12 62,1-9-39,-6 1 89,6-11 358,-10 0-380,-1 6-6,-6-1 40,-9 12-40,-10 4 17,-17 9-106,3 2 5,-2 7-45,15-5 1,10-4-225,5-1-806,6-3 1064,9 0 0,-5-3 0,5 0 0</inkml:trace>
  <inkml:trace contextRef="#ctx0" brushRef="#br0" timeOffset="1.43007E6">8475 10451 23590,'-28'-39'481,"1"0"1,0 0 0,-9-16 0,1 15-292,-6 30-111,10 5 38,-32 11-78,21 19-22,-2 11-45,22 3-11,18 10 33,16-7-315,17 10 312,-7-27 1,6-2-1622,15 4 0,2-2 1630,-14-8 0,1 0 0,14 4 0,-3-1-11,-4 3 78,-5 3-34,-28-5-33,-30-2 40,-28-3-32,14-9 0,-3-1-271,-5-1 1,-2-1 262,-2-2 0,0 0-6,4-1 1,2-1 1503,7 0 0,3-1-1823,-11-2-801,23-3-1826,21-3 2952,20-4 0,-9 5 0,9-1 0</inkml:trace>
  <inkml:trace contextRef="#ctx0" brushRef="#br0" timeOffset="1.43044E6">8675 10536 25337,'-11'58'236,"9"-15"-214,52-36 17,3-12 23,-8-8-2825,-15-3 0,-1-2 2825,10-9-290,-15-2 0,-5 0 334,-6 2 1222,1-25-1115,-21 25-51,-10-3 12,-25 13-118,-4 12 0,-10 13-11,6 19-40,17 5 2421,7 13-2628,24-13 0,5 0 2149,3 8-2294,15 14-774,20-24-854,-3-12 1,2-2 666,-8-2 1,2-1-1970,9-3 0,4-1 0,-6-3 2045,9-1 0,-13-3 0,-6-1 0,-19-1 1</inkml:trace>
  <inkml:trace contextRef="#ctx0" brushRef="#br0" timeOffset="1.43224E6">9545 10543 12321,'1'-6'9140,"0"1"-8182,-1 5 409,-4-72-230,-10 40-916,6-10 0,-3 4-75,-12 22 145,-9 12-235,15 6 0,-16 10-16,11 10-18,-12 26-28,12-11 14,8-6 1,3 1 8,2 9-45,2 20 17,8-23-28,20 17-1,10-27 12,-6-9 0,2-2-5,17 3 5,12-3 78,7-14-27,-18-2 49,16-15 24,-34-5-40,-2-3 100,1-7 57,-11 4 207,1-7-285,-8 12 206,-3 1-162,-4 14-111,-2 0 10,-2 4 0,-4-3-50,1 1 101,-3-7-62,6 2-27,-2-2 21,4-1-10,0 6-7,1 0-38,0 3 44,-2 0-184,1 2 134,0 5 6,0-1-12,1 3 6,0 0 6,0-2-1,0 2-10,0-4-7,0 3 12,1-1 17,0-2-11,2 1-1,-1-2-16,3 1 11,0 0 0,7-1 11,-2-1-11,8-1 0,-7 0 6,18 0 5,-5-2 0,12-1-22,-4-3 6,-2-3 16,-8-1-11,0-7 28,-6-5 11,0-6-11,-5-11-6,-5 8 12,-9-4-12,-7 12-22,-7 5 34,-6 4-23,-2 6 17,3 1 6,4 2-45,7 2 11,6 2-45,4 0 6,1 2 39,3 5 0,5 4-12,2 2 35,21 9-34,1-10-23,24 2-5,3-11-231,-26-4 1,-1-3 274,19-2 6,-19-3 1,-1-1-1,-1-3 6,6-6 44,-25 8-5,-7 4-44,-4 3 627,-1 1-616,0 4 10,-1-2-55,0 2 33,1 9-16,-1 4-7,1 12-49,1 6-146,5 7-297,3 2-420,7 2-196,1-5-197,12-3 925,-7-14-218,18-5 458,-6-15 276,5-7 262,-9-7 269,-10-4 168,-11-3-44,-5 4-135,-5 3-151,-2 5-146,-3 2-134,2 5-157,2 0-84,2 1 0,11 1 28,8-2 0,5 0 11,29-6 1,-15-3-24,15-8 12,-23-5 40,-11-3-7,-10 1 6,-15 3 6,-12 6-34,-11 6 29,-5 6 10,1 5-28,10 3 12,0 8-40,12 2 23,-3 11-6,7 18-5,5-10 5,0 12-61,14 2 27,10-7-188,-2-12 1,5-2 190,3-6 1,2-4 2,4-2 0,0-3 8,-1-2 1,0-3-51,27-8 71,-6-12-1,-2-13 6,-2-11-179,-26 15 1,-3-1 172,-1-2 1,-4-1 13,-2-1 0,-3-1 11,-3-7 1,-2 1 2,0-16-11,-6 16 0,-1 0 62,-4-20-57,2 18 1,-1-1 198,0-1 1,0-1-152,-1-2 1,1 2-36,-3-11-46,0 6 87,3 36-87,0 1 351,1 8-351,-3 9 0,-3 7 0,-5 16 0,0 15 0,4 14-187,9-24 1,3 1 186,5 3 0,4 1-410,4 2 1,5 0 364,5 2 0,4-1-104,2-1 1,2 0-169,0-1 1,0-1-317,-2-3 1,-3-2-312,-6-3 0,-2-1-5072,2 18 6016,-17-17 0,-6-16 0,-3-11 0</inkml:trace>
  <inkml:trace contextRef="#ctx0" brushRef="#br0" timeOffset="1.43239E6">11041 10463 18414,'0'-3'3994,"-1"1"-3070,1 2-946,76-61-2370,-23 38 90,-15 0 0,5-4 0,-3 7 2302,-4 11 0,-4 5 0,11-4 0,-19 5 0</inkml:trace>
  <inkml:trace contextRef="#ctx0" brushRef="#br0" timeOffset="1.4328E6">12784 10512 22475,'12'-53'1265,"0"0"1,-2 5 0,-4 6-930,-7 11 46,-3 13-376,-1 17 71,0 14-44,-1 16-80,0 22-427,5-10 1,2 2-538,5-3 0,1-1 31,0-1 1,3-1 979,10-3 0,1-5 0,-5-7 0,9 3 0</inkml:trace>
  <inkml:trace contextRef="#ctx0" brushRef="#br0" timeOffset="1.43316E6">13151 10113 16423,'-51'-36'284,"-1"1"0,10 5 0,5 10 2264,10 26-2515,14 15 1388,7 6-1405,13 19 1,10-4 0,6-2-6,14-11 854,-4-13-725,3-3 3487,-9-11-3302,-11-24-101,-11-8 45,-11-17-140,-2 12 123,-11-3 17,-4 12-236,0 5-55,1 8 5,7 11-89,-1 20-3774,6 17 3567,0 4-1791,16-1 1,5 1 888,5 0 1124,12 12 0,2-3 0,-11-19 1,18 22-1</inkml:trace>
  <inkml:trace contextRef="#ctx0" brushRef="#br0" timeOffset="1.4335E6">13434 10429 17972,'0'-7'7068,"0"2"-5925,0 5-420,-4-60-387,0 43-286,-1-43-16,1 60-23,-1 15-11,1 0 0,-6 25 0,5 2-14,2-7 0,1 2-9,-1 15 1,4-10 0,1-3 16,0-8 34,2 14 84,-2-35-56,-1-5 6,-1-19 44,5-25-33,3-7-43,0 15 1,1 0 14,15-24-28,4 5-28,-3 14-34,5 5-3409,3 19 3415,-6 2-330,23 22-102,-19 8-374,16 17-808,-7 6-4087,2 4-774,-7-9 6514,1-1 0,-22-22 0,-1-2 0</inkml:trace>
  <inkml:trace contextRef="#ctx0" brushRef="#br0" timeOffset="1.43372E6">14371 10431 15371,'16'-57'1570,"0"-1"0,-3 6 0,-3 3-256,-4 12 0,-4 4-720,-11-19 730,-14 16-1106,-12 16-168,6 11 538,-11 29-565,18 15-23,6 0 0,3 4 504,6-7 0,1 4-514,3 12 1,1 8 0,1-2-988,0-5 0,2-1 0,0 2 970,0 7 1,0 3 0,1 3-216,1-13 0,0 3 0,1 1 0,0-1 1,-1-3-1250,2 12 0,-1-3 0,0 1 845,0-6 0,0 2 1,0 0-1,-1-4 406,0 1 1,-1-2-1,-1-9 1,-1 8-1,0-6 1</inkml:trace>
  <inkml:trace contextRef="#ctx0" brushRef="#br0" timeOffset="1.43416E6">13931 11798 19955,'-13'-48'562,"1"0"0,0 0 1,2-1-1,3 1 1,5-3-418,12-7 1,7-1-1,1 3-1240,-5 14 1,-1 3 0,5-2 1109,2-1 0,5-3 1,1 0-1,0 6-7,13-12 1,3 5-4,-6 8 1,2 0 0,-1 3-6,7-4 0,1 2-10,-8 12 1,1 0 0,-1 2 188,7-3 1,-1 0-195,-2 2 0,2-2 0,-2-1 30,-3 1 0,-1-1 0,-1 1 16,7-6 0,-2 1 78,-5-3 0,-7 4 1096,-8 4-617,-4 2-292,-17 13-32,-14 11 1806,-15 10-1790,-12 9-112,-3 9-79,4 8-22,10 5-50,11 5-17,12 2 575,15-2-575,13-2 22,16-9-222,11-7 245,4-14 45,-3-12 22,-10-17 56,-10-14 33,-12-12-89,-7 4 219,-12-26-152,-5 19-28,-6-17-45,-2 21 167,1 12-267,4 11-90,4 10-101,3 11-397,3 11-1037,0 15-2521,7 12 4140,2-3 0,0-14 0,-1-12 0</inkml:trace>
  <inkml:trace contextRef="#ctx0" brushRef="#br0" timeOffset="1.43448E6">15283 10356 21192,'0'-6'4454,"0"1"-3525,0 5-951,19-28 22,5 36-6,22-14 1,-1 48-336,-4 2 280,-14-1 55,-18-5 12,-26-8 39,-26-10-17,7-9 28,-6-10 89,19-20-61,12-5-11,3-18 256,20 1-363,11 2-94,9 5-281,11 8-515,5 8-774,8 6-1881,3 5 3326,-26 4 0,-2 1 1,4 0-1,-5 2 0</inkml:trace>
  <inkml:trace contextRef="#ctx0" brushRef="#br0" timeOffset="1.43498E6">15860 10227 17148,'5'-8'6218,"-1"3"-4751,-4 5-162,0 0-1282,17 3-23,-2 14 45,13 11-29,-11 14-4,-7 4-1,-6-10 22,-18 9-33,-3-21 28,-13 3 56,4-17 0,6-13 17,9-11 6,6-16-1,12-13 28,6-10-192,10-4 248,4 2-22,2 7-56,2 10-61,-1 9-29,1 11-22,4 9 17,2 11 11,4 12-39,0 13 11,-5 10-17,-9 11-34,-12 2 12,-20 8 45,-5-21 11,-21-1 226,4-28-204,-4-9 62,8-16-45,10-14-45,12-1 56,19-24-33,7 19-3,-5 10 0,3 1 13,23-7-4,6 10-12,3 9-17,6 9 22,1 15-446,-2 9 27,-10 16-818,-17 11-6655,-19 11 7859,-18-4 0,-1-18 0,-3-15 0</inkml:trace>
  <inkml:trace contextRef="#ctx0" brushRef="#br0" timeOffset="1.43703E6">17102 10357 18638,'15'-43'1180,"1"0"1,-1 0-1,5-15 1,-5 9-363,-12 19-292,-12 8-223,-8 3-124,-16 14-106,-11 18-34,-5 12-152,23-6 1,1 4 117,1 2 1,2 2 0,1 3 0,2 0-1,2 2 1,3 0-4,3-2 1,2 0-3,2 22 0,16-11 24,14-15 4,13-14 44,11-19 68,3-17-265,-25 4 0,-2-3 256,-2-3 1,-4-2 19,-2 0 0,-4-2 430,1-25-172,-8 3-308,-6 22 61,-3 6-117,0 21-45,0 5 493,-1 15-476,0 13-22,2 15 16,11 7-11,11 4-168,-2-28 0,4-2 145,5-2 1,4-2 16,6-3 1,2-5 5,4-2 0,2-6-6,1-6 0,1-5-393,0-6 0,0-5 416,-3-7 0,-2-5 2,-1-4 1,-4-5 5,-4-3 0,-3-5 1,-10 3 0,-2-4 1,-2 3-2,0-4 0,-2-1-1,-4 1 0,0-3 1,-3 4 50,-2 3 1,-1 2 33,-1-5 0,-2 2 59,-7-17-84,-7 28-56,-5 24-5,-7 28-23,-5 24-12,13 6 1,2 4-220,4-14 1,3 3 204,2 4 0,2 5 0,3-2-491,5 9 0,2-2 444,-1 0 1,4 3-147,4-4 1,5 4-1,0-5-41,4 0 0,1-2-84,-1-6 1,1 2-1,0-4-480,2-4 1,-2-6-986,7 6-1579,-19-31 2928,-40-53 572,-3-8 255,5 9 0,-2-3 89,5 8 1,1 0 148,-1 0 0,0 1 28,1 5 0,-1 2-99,3 6 1,1 2 272,-17-7-146,11 13-639,14 10 1689,8 3-1666,20 4 11,16 2-28,27-2-34,-20 0 0,3 0 12,6-2 0,3-3-4,13-3 1,-1-1-438,-18 1 1,-1-1 445,13-6 1,-2-2 38,5-11 9,-26 11 0,-1-3 185,-3-3 0,-4-1 299,5-13-263,-11 2 677,-13 9-593,-5 11-118,-2 1-140,1 7 820,-2 3-937,-2 17 33,1-2-10,-3 24-12,4 3-1719,3-5 1,2 1 1628,3 14-197,2-13 0,2 0-525,11 7-1009,8 9-3192,3-11 5013,-3-14 0,-11-14 0,-9-8 0</inkml:trace>
  <inkml:trace contextRef="#ctx0" brushRef="#br0" timeOffset="1.4372E6">18658 9872 20184,'-20'-44'1538,"1"-1"1,4 8-1,1 5-1123,-1 10-432,10 14-101,1 7-78,10 13-369,7 16-774,8 13-50,-4-4 1389,9 16 0,-18-35 0,5 9 0</inkml:trace>
  <inkml:trace contextRef="#ctx0" brushRef="#br0" timeOffset="1.43758E6">19063 9960 20996,'0'-4'3591,"0"1"-2348,0 3-851,-90-22-246,49 30-110,-15-10 1,4 6-4,25 27-16,15-1 0,5 2-17,8 15-3,2-13 0,5 0-2,23 15-6,0-14-29,21-4 52,-4-16 30,-13-11 0,1-3 53,19-14 11,-3-18 40,-28-14-51,-13 6 73,-15-13 6,-18-1-79,-7 5-17,-12 2-33,4 28-11,8 10-34,-9 19-68,18 7-128,-4 17-308,16 5-324,16 5-1808,15-14 1,8-3-1376,-2-9 1,3-3 3505,11 4 0,0-5 1,1-8-1,-20-5 0</inkml:trace>
  <inkml:trace contextRef="#ctx0" brushRef="#br0" timeOffset="1.4379E6">19493 10078 22105,'12'-45'1189,"0"0"1,0 5 0,-6 9-866,-10 23-189,0 9-51,-4 10-56,-1 22-6,3 9-11,1 15-22,6-14 0,4 19 39,-1-25 6,1 10 89,-5-27 56,-6-15-95,0-10 207,-6-32-33,7-7-149,5 10 0,2-2-25,3 3 0,5 0-17,3 2 1,2 2-12,14-14-12,-2 22 1,1 3-22,3 4-7,7 5 1,2 5-50,13 15-415,-14 0 1,1 2 354,-7 5 1,-3 2-345,-2 3 0,-4 3-3288,8 28 2947,-20-7 1,-9-23-1,-3-16 1</inkml:trace>
  <inkml:trace contextRef="#ctx0" brushRef="#br0" timeOffset="1.43868E6">21284 10102 22066,'10'-46'805,"0"0"0,0-1 1,3-14-1,-2 8-307,-2 13 4,-5 17-446,-2 13 32,-2 13-71,0 15 21,-4 18-54,0 20-1,1-21 0,1 1 20,1 1 0,2 1-56,3-1 1,4-1 49,2-4 0,4-1-8,25 17 34,9-17 16,5-17-17,-10-15 9,-14-11 0,-2-6 30,3-19-166,-10 7 0,-2-2 212,-3-27 49,-6 0-49,-4 17 438,0 4-416,-4 26-101,1 1-67,-7 34 16,2 3 23,-3 22 284,10-6-278,11 0-23,13-5 23,12-8 5,5-13 22,-2-13 29,-4-17-23,-8-14 45,-8-13 56,-11-9-17,-7-5-39,-10 0-44,-3 4-1,-5 10-6,3 12-55,3 13-28,3 9-191,3 7-286,4 10-889,7 8-2825,10 10 4241,5-2 0,-7-9 0,-6-8 0</inkml:trace>
  <inkml:trace contextRef="#ctx0" brushRef="#br0" timeOffset="1.43925E6">22342 9754 20263,'0'-9'2358,"-1"-24"0,1-6-1249,1 3-810,-1-6 1,3 1-25,5 11-147,3 14-77,4 13 5,-1 21-17,-1 19-14,-8 1 0,-2 4-25,1 20-481,-6-11 0,-3 1 492,1-16 1,0-1-18,-2 8 0,0 0 6,-3 17-326,5 1 359,6-38 85,4 0-6,9-33-56,10-17 17,9-19-175,-16 20 0,0-2 144,-1 1 0,-1 0 913,12-21-910,-6 10 336,-4 14-375,-3 11-6,1 13 28,2 10 302,4 11-325,1 10-22,1 3 17,1 0 0,3-6-5,4-7 27,2-9 12,1-13-1,-4-12-5,-3-13 12,-6-8 4,-4-6 1,-6 1 45,-6 4 5,-3 7-33,-1 10-6,-2 8-84,0 5 56,0 21-51,0 5-10,0 19-51,4 3-174,6 3-263,7 0-392,7-6-918,5-8-605,-4-13 2436,2-8 0,-16-9 0,-1-1 0</inkml:trace>
  <inkml:trace contextRef="#ctx0" brushRef="#br0" timeOffset="1.43942E6">23184 9597 24788,'1'-1'-1323,"3"1"0,13 19 0,-6-9 0</inkml:trace>
  <inkml:trace contextRef="#ctx0" brushRef="#br0" timeOffset="1.43963E6">23640 9714 20671,'-4'-3'4554,"1"0"-4142,-25-10 0,-9 0 81,-6 7-798,-5-4 0,-1 3 373,-6 24-1922,30 2 1,2 4 1853,-5 11-3,16-5 1,4 3 834,9 15-1003,4-16 1,4 1-309,3 0 0,4-2-693,6 0 0,4-2-884,3-2 1,3-4-1855,2-5 0,2-3 3910,-5-4 0,-1-4 0,9-1 0,-18-5 0</inkml:trace>
  <inkml:trace contextRef="#ctx0" brushRef="#br0" timeOffset="1.44003E6">23847 9680 18817,'1'-45'1548,"0"1"1,1 0 0,-1-6-1,1 5-1119,-2 10 0,1 5 260,1 1-202,0-1-126,1 13-350,-3 10-2,1 11 30,-5 17-33,-3 20-1,2-9 1,-2 2-1,1 5 1,0 4-14,0 13 0,1 0-151,1-17 0,2-2 162,-1 6 0,2-1 13,3-7 1,0-1 0,3 16-1658,0-16 1,0-3 1718,2-6 57,2-12-79,4-27-34,3 0 17,3-9 1,3-4 55,15-15-17,-4 7 1,2 1-185,-10 12 0,-2 3 134,21-13 3107,-12 21-3102,-9 14-49,14 22 4,-13-3-72,0 11 1,-2 2-214,-2 2-947,1 2 1,0 2-8588,7 15 7707,-2-4 0,-10-19 1,-11-24-1</inkml:trace>
  <inkml:trace contextRef="#ctx0" brushRef="#br0" timeOffset="1.44208E6">26254 9717 19860,'17'-52'1448,"0"0"1,-3 5 0,-1 5-626,-3-12-279,-4 8-91,0-5-139,-4 19-241,-2 16-23,0 15 1,-1 19-46,-5 18 12,-3 21-23,2-23 1,0 1-1,2 1 1,1 0-7,1-3 1,2-1-45,12 23 28,9-13 45,14-14 17,6-14-6,9-20-1724,-16-8 0,0-4 1707,14-11 14,-15 3 0,-2-2 30,1-10 124,0-7 28,-13 7 23,-10 14-129,-6 11-118,-4 11 3375,-3 14-3369,-5 11 96,-1 13-96,3 7 6,11 2 21,16-2-21,4-12 10,7-11 1,3-4 5,18-2-14,-13-4 1,0-5 16,-3-12 0,-3-5 2,16-16 7,-8-9 83,-20-13-5,-14 3 22,-8-15-70,-4 26 1,-2 1-26,-5-11 5,-7-2-61,11 33-112,1 2-190,4 10-1883,20 30 897,-2-8-964,16 23 1432,-3-12 0,-18-20 0,-2-2 0</inkml:trace>
  <inkml:trace contextRef="#ctx0" brushRef="#br0" timeOffset="1.44239E6">27528 9631 26738,'30'-15'42,"0"0"0,18-10-31,9 20 17,-16-5 22,3-9 1,-15-15 10,-17-2-33,-11 1 51,-19 3 49,-11 12 24,-13 1 55,-19 9-106,8 13-73,4 3-12,12 15-32,19 5-7,1 15-72,19-10 0,6 2-247,5-2 1,4 0-310,1 0 0,5-2-2133,13 1 0,2-4 2784,-9-7 0,-2-3 0,23 14 0,-22-15 0</inkml:trace>
  <inkml:trace contextRef="#ctx0" brushRef="#br0" timeOffset="1.44323E6">29772 9475 20352,'35'-51'1447,"1"-1"0,-5 6 0,-7 7-1122,-17 17 263,-14 4-386,-23 17-152,1 4 23,-26 21-50,11 12-676,16-10 1,0 3 657,7-6 1,1 3-71,-6 17 1,4 2-135,11-13 1,2-1 83,-3 15 0,5-1-17,10-10 0,6-2-101,5-2 1,4-2-93,19 12-83,2-20 1,4-5 331,-11-10 1,2-4 69,15-2 1,1-5-244,-8-6-1,-2-6 351,0-4 0,-3-4 86,-3-2 1,-4-3 58,-4-2 1,-4 0 886,6-20-760,-18 13 0,-5 1 86,-6-8-78,-10-12-168,-11 30-135,-6 15 500,5 8-572,-11 20-6,13 8 16,-7 22 148,14 5-176,7 5 7,8-13-1,17 14 1,0-26 665,9 7-644,-6-23 40,-2-17-39,-3-6 28,14-28-11,-13 12 27,1-5 1,1-3 39,0-7-17,3-6 117,-7 12 96,-9 17-241,-1 5-73,-4 6-5,-1 9 16,0 1 6,-2 22-89,2 0-186,0 17-374,8-3-740,7 0-1160,11-4-195,-2-10 2744,29-1 0,-35-18 0,18 2 0</inkml:trace>
  <inkml:trace contextRef="#ctx0" brushRef="#br0" timeOffset="1.44357E6">30608 9665 13127,'1'-5'9808,"0"1"-8308,-1 4-491,7-68-320,-5 43-561,2-13 1,-1 3 319,-3 24-392,0 8-50,2 19-6,1 7-11,0 10 11,4 19 0,-3-24 11,3 29 6,-5-32 67,0 3 45,-1-20-17,2-20-51,4-7 1,2-7 39,10-8-23,4 4 17,11-8-28,5 3-27,4 6-1,0 9-22,-1 9-23,-2 8-16,-3 10-29,-4 8-346,-2 16-1,-13-5-1361,-1 16-4906,-9-13 6665,-1 4 0,-2-14 0,-3-9 0</inkml:trace>
  <inkml:trace contextRef="#ctx0" brushRef="#br0" timeOffset="1.44379E6">31288 9288 24519,'23'0'-2279,"-4"5"1,-11 18 0,-4-8 0</inkml:trace>
  <inkml:trace contextRef="#ctx0" brushRef="#br0" timeOffset="1.44413E6">31631 9725 22235,'6'-2'2878,"0"0"-2049,10-58-336,-3 18-676,-1 2 1,0-3 403,1-2 0,-1 0-659,-3 8 1,-1-2 515,5-19 1,-2-2 5,-4 9 0,-1 1-6,0 3 0,-2 1 11,-2 7 1,0 3 438,0-17-455,-3 22-73,0 17-28,-2 12 304,-5 13-276,-7 14 969,-7 23-980,7-4 0,1 3 5,4-12 1,2 1-512,-2 22 1,4 3 379,8-17 0,3-1-104,1 13 0,2 0-137,3-3 0,2-2-163,0-4 1,-1-4-160,6 17-2028,-2-8-1725,-7-33 4453,1-9 0,-6-10 0,0-9 0</inkml:trace>
  <inkml:trace contextRef="#ctx0" brushRef="#br0" timeOffset="1.44427E6">31706 9438 25298,'20'-38'-21,"0"0"1,8 3-1,5 10-380,-2 23 1,3 7-4516,7-4 1,1-1 4905,-6 2 1,-3-1 0,7-1 0,-19 0 0</inkml:trace>
  <inkml:trace contextRef="#ctx0" brushRef="#br0" timeOffset="1.4466E6">8420 12422 5739,'0'0'0</inkml:trace>
  <inkml:trace contextRef="#ctx0" brushRef="#br0" timeOffset="1.44708E6">8456 12306 23091,'-44'-21'323,"1"0"0,4 2 0,8 5-228,17 13-67,7 3 6,6 3 44,-1 9 23,-3 9 11,-7 12 6,-9 6-17,-13 9-79,9-16 6,-4 6 6,17-24 10,2-1-4,5-7 195,4-6 488,1-1-712,-2-1 39,-2 1-16,-1 0-17,-1 1 5,2-1-11,3-1-2111,1 0-169,10-4 768,-1 1-4061,18-5 5562,2-1 0,-10 3 0,1 0 0</inkml:trace>
  <inkml:trace contextRef="#ctx0" brushRef="#br0" timeOffset="1.44754E6">8398 12326 10618,'-3'-4'7869,"0"1"-3371,3 3-4123,-29-20-196,14 15 1,-24-14 402,-8 30-509,20-4-12,-21 7 96,15 4-112,13-5 28,-17 13-6,17-7 34,1 8-40,9-9 107,12 3 12,13-5-17,13 3-74,15 4-70,-9-8 1,1 1-20,16 6 3,-12-6 0,-1 0-9,10 6 6,-15-6 0,-2 1 12,10 10 38,-10-1 45,-29-10 40,-17-1-1,-35 3-89,13-11 0,-2 0-31,5-1 0,-2-1 11,-15-2 0,2-3-19,10-2-23,-23-5-515,39-3-79,6 2-6027,14-8 6638,12 8 0,-2-1 0,1 4 0</inkml:trace>
  <inkml:trace contextRef="#ctx0" brushRef="#br0" timeOffset="1.44913E6">8914 12261 20671,'0'-7'4369,"0"2"-4108,-8-25 0,-5-6 691,-3 1-742,2-4 0,0 1 14,1 16-185,8 21-17,3 17-27,2 6 5,1 30 0,0 8-332,-1-29 1,0 2 342,-7 27 0,-1 0-336,2-27 1,0 1 316,-3 7 1,-1 5 0,0-3 1,-1-2 1,2-2-275,-2 12 0,1-1 277,3-15 0,2-4 42,-1 18 124,10-36 459,7-23-577,3-5 824,18-27-797,1-4-24,-7 10 0,0-2-20,-4 7 0,0 0-23,1-2 1,-2 2 610,3-1-605,1 8-17,-11 17 6,5 8-5,-3 12-12,5 11-67,5 5-67,4 2-85,2 0-111,5-4 207,-5-6-137,2-10 0,4-4 55,-5-3 1,1-2-752,18 0 1,1-2 927,-16-2 0,0-2 22,13-8 1,-3-3-38,5-8 144,-19 4 0,-3-1 34,-7-5 246,-17-14-73,-16 13-50,-13-12-84,-12 13 28,-21 7-135,18 9 1684,-15 10-1718,27 10 161,-3 10-177,8 9-50,7 6 50,6-6 5,9 16-21,9-16 16,10 10-6,8-18 23,11-9-6,-13-12 23,10-13 33,-14-11 39,6-8-33,-9 2 140,0-10-73,-13 14-6,1-6-16,-6 14-45,-2 9-73,-1 4-28,-3 8 44,-3 9-4,0 12-18,0 13 23,5 7-28,11 5-6,7-1 11,11-5-5,6-7 11,-6-15 0,12-8 11,-11-19-5,16-10 13,-15-6 1,-1-2 2,12-13-14,-10 6 1,-2-3-9,1-12 28,0-11 28,-13 4 17,-12 9-11,-14 7-18,-10 6 29,-9 5-21,-3 6-52,2 3 0,13 9 0,6 2 0,10 5 0,0 7 0,1 5 0,0 11 0,9 4 0,5 2 0,5-7 0,26 4 0,-5-14 0,-1-4 0,0-3-217,10-5 217,-13-4 0,-1-2 0,7-9 12,2-4-12,-12 1 0,-16 1 0,-9 3 0,-6-1 205,-2 1-205,0-2 0,0 1 0,2 2 0,0 4 0,0 5 0,0 30 0,0-11 0,0 36 0,0-13 0,4 13-43,0-16 1,1-1-227,2 13-87,1-14 1,1-2-26,2-2-846,26 14 224,1-28 337,20-2 492,-5-25 214,-9-14 217,-11-11 258,-14-5 214,-10 2-348,-6 10 694,-2-3-549,-2 17-128,0-2-185,-1 11-174,0 4-28,1 4-11,1 5-11,2 7 11,5 7-11,7 5-6,10-1-5,8-2 5,8-6-6,4-8 23,13-21 6,-23 1 5,2-15 28,-23-1 34,-7-3-6,-4-14 29,-10 1 21,-10 2-93,-6 9-3416,-14 11 3392,12 12 0,-15 16 0,15 11 0,-5 15 0,7 11 0,9-4 0,10-4 0,6 1-294,12 19-188,0-13 1,5 0-987,6-6 1,5-1 1467,12 5 0,0-3 0,5 5 0,4-5 0</inkml:trace>
  <inkml:trace contextRef="#ctx0" brushRef="#br0" timeOffset="1.45001E6">12713 13093 23752,'15'-53'436,"1"1"0,0-1 0,-4 2 0,-1-4 0,-2 3 0,-3 7-352,-3 4 0,-3 1-804,1-12 1,0-6 0,-1 4 901,0 0 0,0 3 11,0-10 0,-1 2 453,-3 7 1,-2 7-608,-2-1 373,-11 38-395,1 59-12,7-6 1,2 5-270,2-7 0,1 3 0,0 3 254,2 4 0,1 5 1,1 0-1,0-3-187,0 0 0,0-2 0,0 3 151,1 4 0,1 5 0,0 0 0,0-5-72,0-4 0,1-4 1,1 3-54,0 1 0,2 3 0,-1 0 1,1-4 84,-1-5 0,0-3 0,1 1-357,3 10 1,1 2-1,-1-12-1018,1-5 772,-1 3-263,-12-67 738,-5-30 259,3 10 1,-1-4 272,2 6 0,0-4-23,1-4 0,-2-10 1,0 0-1,0 6 804,-4-8 0,-2 0-824,1 6 1,-2-8 0,-1 2 0,1 10-127,-3 6 0,-3 7 206,-13-12 1,-1 8-177,7 14 79,-14-10-169,31 24-77,13 2-1,46 4-9,-14 4 1,2 1-558,5 1 1,2 0 551,12 0 0,1 1 6,-8 0 0,1-1-3,13 0 0,1-1 5,-4-2 1,0-2-3,-7-1 0,-3-3 2,-7-1 1,-3-3 75,-7-3 0,-4-1-8,2-6 565,-11-7-386,-20 16-62,-12 0-140,-8 12 1153,-12 15-1197,5 3 203,-3 22-215,13 16 17,8 5-195,10-22 1,6-1 188,4-6 1,5-2-9,13 1 1,2-4 2,16 8 14,2-17 0,0-7 70,-5-14-26,-10-2 1,-2-5 65,-10-26 10,-10-11-39,-18-8-39,-14-3-39,-4 13-87,0 17 0,-3 3-809,-14-2-544,-9-3 1423,9 21 0,25 9 0,1 2 0</inkml:trace>
  <inkml:trace contextRef="#ctx0" brushRef="#br0" timeOffset="1.45369E6">15332 12773 20811,'6'-56'1484,"0"0"1,-1 2-1,-1 12-1287,-2 26-158,-1 10 67,-4 28-5,-1 23-68,-1-11 1,1 4-1378,-2 10 1,0 0 1354,1-6 1,0 2-1,-1 4 0,-2 6 0,1-4-330,-2 7 0,-1 1 287,1-5 1,-1 4-1,1-4-2,-2 7 1,1-5-30,2-10 1,1-6 130,-1 8 4,5-37-49,3-35 10,-1-30-16,1-3 136,0-4 1,0-3-151,0 29 0,0-3-5,0-5 1,0-8-1,0-2 1,0 5 1,1 5 0,1 2 0,0-2 3,0-18 1,1-4 0,0 5 1,1 2 1,2 3 11,1 10 0,2-1 0,0 4 358,1 5 1,2 2-373,6-13 0,4 3-15,0 18 1,3 6 9,4 4 0,2 4-7,4 3 1,2 4-18,4 7 1,0 5 14,0 5 0,-1 5 11,-1 4 0,-3 7-59,-1 18 0,-7 5-234,-14-12 1,-7 2 297,-9 12 1,-10-2-6,-5-21 0,-8-5 7,-9 0 1,-8-1-1,0-3 7,-7 1 0,-2-3 113,3-1 1,-3 0 0,2-2-114,-7-2 0,3-4-3,9-3 0,6-6 359,-9-17-813,38-18-374,36-20 380,-1 23 0,6 2-297,8-1 0,4 1 431,6 2 1,2 3 192,3 1 1,2 3 84,1 2 0,1 0 39,1 1 0,0 2-145,-2 0 0,-1 0 226,-5 1 1,-2 0 131,-9 2 0,-3 2 1723,11-8-1178,-26 9-587,-15 6-17,-14 9 836,-7 7-836,-10 12 1252,-6 10-1240,0 10-141,7-6 73,8 23-45,17-21 17,10 15 6,16-19 10,11-12 46,7-10 39,2-11 5,-1-15 17,-2-11-22,-5-11-22,-4-6 21,-7-3-10,-11 2-23,-8 4-44,-9 7-12,-6 7-28,-2 9-61,0 7-62,-1 5-6,1 7-168,-3 8-694,0 8-1736,3 7 2660,5 6 0,1-15 0,2-2 0</inkml:trace>
  <inkml:trace contextRef="#ctx0" brushRef="#br0" timeOffset="1.45418E6">16800 12145 23831,'7'-49'980,"0"-1"0,-1 5 0,-1 6-593,1-2-163,-1 15-152,-2 12-72,1 12 6,2 14 0,6 18-1,5 23 0,-8-17 1,0 2-248,-2 5 1,-2 2 232,0 3 1,-3 0-444,-4 0 0,-1-1 443,-2-3 1,-1-2 2,-2-6 1,-2-3 27,-9 14 28,1-22 23,0-15 0,0-18 22,1-21-67,6 1 17,1-25-28,9 23 231,3-1 0,3-1-176,5-9-16,10-13 909,4 21-937,3 12-22,3 8 16,3 9-33,4 12-17,5 9 23,3 13-23,-2 7-6,-7 5 6,-15 2 17,-13-10 0,-34 13-1,-11-22-203,7-9 0,-3-2 103,-29-5-292,2-15-547,6-11-1206,13-12-7483,12-5 8828,14 9 0,10 8 0,4 13 1</inkml:trace>
  <inkml:trace contextRef="#ctx0" brushRef="#br0" timeOffset="1.45469E6">17309 12439 25735,'28'-55'207,"-1"0"0,-7 12 1,1 0-1,-1 2-118,2-2 1,0 1-646,-2-1 1,-1-1 636,-4-3 0,-3 1 14,-4 11 0,-1 0 14,1-6 1,-1 1 498,0-20-305,-4 19-75,-4 21-278,-1 11 16,-6 19 34,-10 18 12,-9 25-18,8-6 0,2 4 0,5-3 1,1 1-12,0-1 0,5-1 11,9-2 1,4-3-1,3-10 1,2 0-1,6 5 1,5 1-1604,10 1 0,3-4 1592,-4-8 0,0-4 14,0-2 1,-1-4 13,18-8 0,-16-23-16,6-15 21,-2-19-169,-20 19 0,-1 0 181,-2-1 0,-2 0 460,4-25-404,-8 12 3238,-6 15-3283,-4 14-45,-6 19 17,0 5 494,-9 20-505,5 4-17,1 12-112,13 16-22,4-20-555,7-7 1,2-4-264,1-6-2801,15 15 3770,-14-30 0,-5-1 0,-4-8 0</inkml:trace>
  <inkml:trace contextRef="#ctx0" brushRef="#br0" timeOffset="1.45486E6">18213 12018 25085,'-54'-14'-1566,"11"2"1,59 32-1,-8-10 1</inkml:trace>
  <inkml:trace contextRef="#ctx0" brushRef="#br0" timeOffset="1.45512E6">18674 12082 22105,'0'-3'2986,"0"0"-2006,0 3-784,-62 5-22,32 5 19,-24 6 0,-2 3-120,17 7-20,4-3 0,2 5-17,14 1 1,4 1-37,-9 23 0,13 5-11,27-16-51,13-14-50,4 0-448,23-4-1848,2-14 1275,-26-6 1,-1 0 0,11-2 0,-20-2 0</inkml:trace>
  <inkml:trace contextRef="#ctx0" brushRef="#br0" timeOffset="1.45559E6">19718 12067 18487,'18'-54'1269,"1"-1"0,-1 0 0,-3 8 1,0 2-1,-3 4-796,-2 1 1,-2 6 58,-2-6-403,-7 23-135,-5 18 45,-9 24 12,-13 30-1116,6-10 0,-3 6 1078,5-7 0,-2 2 0,0 3-395,2-7 0,0 2 0,-1 1 0,0 1 376,-3 6 1,1 1-1,-2 1 1,1 1-478,3-8 1,0 0 0,-1 2-1,1-1 1,-1 1 194,1 1 0,-1 0 0,1 0 0,0 1 0,1-1-919,1-1 1,0 1-1,1-1 1,0-1-1,2-1 1023,-1 2 0,1 0 0,2-2 0,1-4 0,-4 16 0,4-9 0,4 1 0</inkml:trace>
  <inkml:trace contextRef="#ctx0" brushRef="#br0" timeOffset="1.45639E6">20435 12365 19423,'33'-30'1242,"-1"0"0,0 0 0,12-12 0,-14 2-615,-33-6-212,-15 5-158,-17 10-89,-8 14-72,-5 15-35,0 17-38,2 16-23,6 12-269,7 8 308,12 3-16,11 0 33,18-5 22,13-6 45,13-11 84,4-14 51,1-11-45,-4-16-68,-3-9 23,-3-9 34,-7-3-112,-6 7 469,-4-6-447,-8 17-89,-1-3-34,-3 17 11,-8 29-12,-3 13 15,1-7 0,0 4 0,-4 14 0,0 0-473,3-14 0,0-1 471,0 1 1,-2 4 0,-1-3 6,-4 4 1,-2 0-419,2-7 1,-2 1 0,-1-1 389,-11 16 1,-2-5 19,2-8 0,0-5 3,8-12 0,1-6-3,-3-12-12,25-33 12,28-27 3,-2 14 0,5-1-144,-4 8 1,2 0 0,2 0 145,3-3 1,3 0 0,0 1-10,1-1 0,2 1 0,-1 1-7,0 2 0,-1 1 0,0 1 11,14-10 0,-2 2 195,-8 6 1,-1 0-191,-7 4 1,-3 0-27,-5 3 0,-2-1 32,15-23 62,-12 5-56,-9 14 11,-8 4 1305,-8 15-1333,-6 1 876,-5 10-865,-7 7-11,-5 12 0,-7 22-6,10-8 29,-2 25 2,15-15-142,5 13-175,9-3-419,7-6-689,5-8-5837,6-13 7237,-7-12 0,-3-10 0,-9-5 0</inkml:trace>
  <inkml:trace contextRef="#ctx0" brushRef="#br0" timeOffset="1.45658E6">21283 12033 22957,'-1'-6'2969,"1"2"-2583,0 4-722,-16-29-981,12 39-5477,-12-16 5946,16 41 0,0-13 0,0-9 0</inkml:trace>
  <inkml:trace contextRef="#ctx0" brushRef="#br0" timeOffset="1.45683E6">21695 11868 24413,'-2'-63'972,"0"0"1,0 2 0,-1 10-592,0 24-185,-1 5-174,1 13-50,-1 16 40,-3 23-3427,-7 31 3412,3-16 1,-1 6 0,2-11 0,-1 3 0,0 0-394,-2 5 1,0 1 0,-1 1 273,0 2 1,-1 2 0,0-1-309,0 1 1,0-1 0,1 0-494,1-1 1,0 0 0,2-1 922,1 0 0,2-1 0,1-4 0,-1-4 0,3-5 0,0 24 0</inkml:trace>
  <inkml:trace contextRef="#ctx0" brushRef="#br0" timeOffset="1.45783E6">21368 12598 20991,'-3'-45'1277,"0"1"0,0-2 0,4 5-986,8 5-218,11-7-62,16 6-146,-4 18 1,3 3-39,18-3-46,-9 9 1,1 2-191,-4 5 0,-2 1 260,-7 0 1,1 1-110,8-1 1,-1-2 215,-4-5 0,-3-1 132,11-3 66,-13-3 1,-4-1 62,-16-1 722,4-30-297,-9 9-84,2-18 0,-4 16-89,-1 11-96,0 9-123,-1 9-84,1 5-28,2 1-45,1 0 28,3-3 45,2-1-22,-3 0-23,-2 2-117,-3 4-1,-3 4 1,-4 12 11,-3 14-1,-5 20-24,5-16 0,1 3 22,-1 14 0,0 1-464,1-4 1,-1-1 446,2-1 0,-1 0 0,-2-3 0,-2-2-560,-9 20 565,5-24 1,0-1-48,-10 15 51,-6-4 55,18-27 40,-2 1 846,15-23-891,18-26-45,-5 6 598,13-16-598,-6 12 65,4-1-65,4-7-22,1 6 33,-1 7-39,4 12 0,-11 7 51,7 18-51,-11 11-16,4 16-1,-2 19 28,-7-18-10,0 16-18,-9-36-72,6 9-135,-1-19-498,15-6 285,6-10 292,4-4-57,10-10 163,-9 2 84,5-8 56,-7-1 163,-2-11 139,-4-3-145,-3 1-3280,2-2 3145,-13 20 96,9-4-135,-12 19-45,2-2 17,-4 9 17,-3 18-33,-4 9 5,-8 21-11,-8 6 3023,-5-1-3028,3-12-29,5-1 17,8-12 17,12 4 11,6-13-6,14-9 0,-4-13 40,17-19-17,-15-1 345,5-8-351,-9-10-16,-14 9-1,2-5 1,-8 4-18,-2 13-61,0-1-201,0 10-281,-1 5 107,-1 8-2275,-3 13-3343,1 0-3782,4 9 9488,6-11 0,0-5 1,1-5-1</inkml:trace>
  <inkml:trace contextRef="#ctx0" brushRef="#br0" timeOffset="1.45826E6">23228 12307 21926,'4'-4'4100,"0"0"-2621,-4 4-1317,50-61 51,-35 43-182,12-19 0,-3 12 53,-20 32-56,-2 4 5,1 22 6,-2 9-5,-9 21-28,-2-9 10,-2-18 1,-3 1-96,-5 1 1,-3 0 69,-2 7 1,-1-1 10,3-8 1,1-2 8,2-4 1,4-4 16,5-7 112,1-4 17,9-14-96,9-13-37,9-12-24,10-12 0,9-5 0,6-3 0,5 4-204,1 8 204,-1 13 0,-2 10 0,-6 13 0,-8 4 204,10 27-204,-12-1 0,-10-7 0,-1 0 0,5 21 0,-12-3 0,-18-8 0,-7-12 0,-46-7-127,29-15 0,-2-2-998,-20-2 1,-4-2 1124,-7-7 0,5-1 0,22 4 0,4 0 0,0-1 0,-1 0 0</inkml:trace>
  <inkml:trace contextRef="#ctx0" brushRef="#br0" timeOffset="1.46301E6">12491 6376 17451,'0'-3'5254,"0"0"-3568,0 3-1675,-17-26 39,11 29-33,-13-18-11,17 31 16,2 1-16,4-5 22,2 1 33,5-4 90,0-5 96,0-3 33,-2-6-145,-2-1 229,-2-10-151,-4 3-34,-3-3-62,-1 6-66,-3 5-34,-1 2-12,0 6-10,-1 4 10,1 5-16,3-2 11,3 2-6,4-5 18,3 0 10,5-3-11,-2-2 51,8-8-6,-7-2 33,3-7 7,-8-1-12,-5 0-23,-5 1-27,-1 3-17,-5 5-23,1 4-39,-2 6-151,1 7-593,2 7-1396,3 7-4016,8 4 6201,6-3 0,-1-9 0,0-8 0</inkml:trace>
  <inkml:trace contextRef="#ctx0" brushRef="#br0" timeOffset="1.46419E6">12812 6332 24889,'-1'-25'269,"1"10"-157,0 39 23,8-6 38,5 3 29,11-15-40,4-2-16,4-8 11,-1-5-12,-5-8 18,-6-5-12,-10-5-50,-8-5-28,-10 0-6,-8 3-11,-7 6-34,-2 10-5,-4 11-6,-1 13-16,0 10 5,2 7 5,5 5-10,5 1 16,8 1-22,5 1-17,11-1-23,10 2-100,15-3-224,17 0-127,-5-19 1,2-3 335,-12-3 1,2-3-495,20-2 0,1-5 598,-18-6 1,-2-4 66,6-3 1,-1-3 27,-9-3 1,-3-3 117,8-22 62,-20 0 17,-13 6-6,-7 6 23,-2 9-18,0 9 825,1 8-1031,0 6 25,2 9-31,0 10-12,0 10-5,2 10-17,0 5 17,1 2 6,0-1-6,0-5 28,0-7 39,-1-12 152,0-9-18,0-13-139,3-12 5,4-12-5,3-14-1,4-7-27,-2 7 67,9-16-40,-5 23-16,8-10-34,-2 21 0,-1 9-11,3 9-16,5 9 4,3 7-4,6 10-1,0 7-84,-1 4-246,-4 3-510,-6-1-1512,1 1 1277,-11-15-3877,7-3 4969,-5-19 0,-6 1 0,-1-4 0</inkml:trace>
  <inkml:trace contextRef="#ctx0" brushRef="#br0" timeOffset="1.46449E6">13983 6310 15297,'3'-42'619,"0"0"1,0 4 0,0 10 2041,-3 22-2661,0 7 1409,0 4-1386,9 30 842,-4-15-865,12 32 3397,-1-20-3397,11 15 0,-7-18 90,14 3 151,-16-25-90,5-2 151,-3-18-39,0-12 96,13-26-180,-5 0-363,-12 19 1,-1-1 223,3-10 30,6-8-9,-3 17-44,5 0-45,-2 14-465,3 18-123,-9 8-2053,8 22 2669,-14-1 0,-1-5 0,-7-7 0</inkml:trace>
  <inkml:trace contextRef="#ctx0" brushRef="#br0" timeOffset="1.46675E6">11970 4249 8410,'2'-8'9802,"0"2"-7432,-2 6-881,0 0-485,-30-65-248,13 41-496,-3-13 0,-2 3 32,2 24-141,-1 6-95,-3 11 0,-6 12 0,-9 17-42,16-11 0,0 2-279,-2 5 0,0 2 273,0 1 1,2 1-6,2 1 0,3-2-9,-4 19-5,18 8 22,21-30 0,5 4 3,8-26 0,3-5 54,19-4-54,-15-3 0,0-3 58,15-8 57,-15-6 12,-17-1 10,-11 1-28,-12 1 491,-7 4-575,-10 5-17,-8 8 17,-3 12-27,-2 8-1,4 10-17,5 4-11,6 11 12,8-14-18,6 9 12,15-20-6,13 0-11,16-8-5,15-7-12,7-13 3,-23-1 0,-2-4-1677,-6 1 1,-1-4 1718,12-15 0,-3-2 23,-1-10-21,-16 18 1,-3-1 48,-9-12 16,-6 16-6,-1-9-16,-1 9 39,2 1 3381,0 2-3381,2 3-17,-2 7-50,0 5 11,-2 4-6,-2 5-10,2 6 16,-2 12-17,1 10 0,-1 10-17,0 6 12,1-1 16,3-2-16,3-8-12,6-9 12,-1-8 84,-1-8 150,-5-7-38,-3-7-129,-3-8 0,0-11-1,0-10-10,2-12-17,4-6-28,2 8 55,13-13-38,-3 23-17,10-9 0,-2 18-12,3 7 6,7 8 12,7 5-29,7 11-16,3 7-1,-3 12 1,-22-6 0,-2 2-34,9 10-31,-11-9 0,-1-1-165,5 2 62,3-2 150,-8-11 52,-9-14-1,-4-13 11,-1-16-5,4-12 39,3-9 50,2-2 18,-1 7 32,-4 11-38,-6 14-73,-4 12-40,-3 11-16,0 10 0,0 9-6,6 6 17,6 3 23,17 6-23,-6-12 0,17 3-6,-11-17 28,13-6-10,-16-5 4,3-14 18,-16-9 0,-1-13 22,-4-7-28,-5 5 44,-5-18-32,-1 21-35,-1-10-5,0 21-39,2 12-263,2 11 55,2 5-783,6 11-785,6 5-2279,9 11 4094,7 5 0,-14-14 0,1-3 0</inkml:trace>
  <inkml:trace contextRef="#ctx0" brushRef="#br0" timeOffset="1.46694E6">13511 4227 16684,'0'-4'6637,"0"1"-4312,0 3-1653,2-60-40,-2 38-564,2-40-46,-1 56-44,1 9 38,5 10-4,3 9-85,5 14-325,4 7-2458,5 12 4,-8-17-1040,2 3 3044,-9-20 0,-4-10 0,-1-1 0</inkml:trace>
  <inkml:trace contextRef="#ctx0" brushRef="#br0" timeOffset="1.46712E6">13550 3946 22897,'-32'-46'573,"-1"0"1,5 6-1,6 7-567,10 17 284,9 9-352,6 9-258,11 12-3841,21 26 4161,-1-2 0,-2 0 0,-18-21 0</inkml:trace>
  <inkml:trace contextRef="#ctx0" brushRef="#br0" timeOffset="1.46778E6">13880 4021 23304,'-1'-6'2974,"0"1"-2582,1 5-302,25-61-73,-9 46-9,14-10 1,3 7-15,7 46 17,8 8-3,-28-10 1,-5 2-9,-1 22-28,-2 1-56,-15-8 0,-5 0 73,-4 0 11,-8 17 28,5-43 5,3-17 1,1-23-34,5-10 6,10-21 5,3 12-39,16-12-11,5 12-82,-2 14 1,3 0-531,0 6 1,0 3 504,1 1 0,0 2-143,3 4 1,0 2-205,21-3 314,-18 5 0,0 1 184,8-2 63,-6-2 150,-32 0 62,-9-2-84,-4 1 1307,-10-1-1312,9 7 111,-5-2-100,7 7-169,-1 4-21,0 3 21,-2 13-22,2-3 6,-2 28-28,6 1 11,8 8 0,5-11-6,27-7 1,-1-17-6,9 1 50,17-18 17,-18-14-28,-13 1 0,-1-3 22,8-22-16,-14 4 128,-12-23-27,-21 18 10,-13-14-5,-15 20-89,2 12 55,-22 8-67,11 12-39,0 1-33,10 12-113,25 3-89,0 2-2997,6 16-2235,6-15 4619,4 12 0,-1-21 0,1-1 0</inkml:trace>
  <inkml:trace contextRef="#ctx0" brushRef="#br0" timeOffset="1.46818E6">14962 3847 21814,'-1'-5'3591,"0"2"-2135,1 3-1361,42-9-45,-31 33-5,25 4-34,-37 3 1,-8 3 4,2-2 1,-1-1-6,0 2 1,0-2-24,-1 6 102,4-6 78,6-26-28,6-12-62,8-16-33,2-4 30,0-4 1,0-3 14,8-21-48,-7 14 0,0 0-14,-4 9 0,0 2 6,14-20-34,-1 15-17,4 16 6,6 12-6,7 16-11,4 12-401,2 14-59,-7 7 52,-11-7-242,-10-1-9153,-6 17 9729,-7-22 0,0 11 0,-6-32 0</inkml:trace>
  <inkml:trace contextRef="#ctx0" brushRef="#br0" timeOffset="1.46894E6">15793 3822 26581,'21'-28'95,"0"0"0,19-2-67,-27 61 11,2 13-11,-7 6 6,-4 0-12,-7-5 12,-4-10 72,-4-12 46,-2-12-29,1-11-50,1-12-40,3-13-16,4-12 5,8-9 23,8-1-28,9 2-17,6 6 6,4 8 10,5 10-4,5 9-7,3 8 6,5 11-16,1 8-1,-6 9 6,-13 4 6,-14 3 5,-11-2-11,-5-3-6,-1-7 6,1-6-5,6-7 10,9-10 7,11-8-18,0-4 17,23-12 6,-15 6-23,13-9 18,-19 5-7,-9-3-5,-8-3 0,-6 0 11,-3 1 29,-1 3-18,0 12 40,-2 2-18,0 11-16,-1 2-28,-2 1 12,-6 0 10,-5 0-28,-7 2 29,-6 0 5,-2 1-11,1-1-1,6 0-4,8-1-12,7 1 0,4-2-258,2 0-1075,1 3-8498,0 2 9282,0 0 0,0 0 1,0-4-1</inkml:trace>
  <inkml:trace contextRef="#ctx0" brushRef="#br0" timeOffset="1.47042E6">16454 3738 23125,'-6'-47'1215,"2"10"-789,6 34-45,0 0 62,1-2-186,-1 0-44,3-1-151,-3 2 27,3 0-50,1 3-33,2-1 33,4 9 0,-1 4-22,0 4 45,0 10 11,-4 1 27,1 12 52,-3 15-85,-3-4-28,-2-1 6,-4-2 0,0-15-1,-2 10 24,1-16 94,2-7-5,2-13 235,1-7-347,0-4 44,2-18-61,1-4-39,3-18 22,1-2 0,-2 9 1,3-10-1,-1 4-6,-2 7 40,-1-9-22,-3 26-7,-4-4 1,1 13-11,-3 4-6,1 5-6,-1 0 12,-3 9 5,-2 6-11,-1 12 22,-4 14-33,5-4-22,2 7 33,4-18-6,2 1 12,0-10 5,1 0 11,0-6 40,1-4 22,0-4-17,0-5-61,0-1-29,1-10 29,2-3 11,3-14-6,0 5 6,3-5-17,-4 14 5,0-2 6,-4 10 6,1-2-6,-1 6-27,-1 4 16,0 1 5,-1 2 1,-3-1-12,-4 3 17,-9 4 1,-6 7-24,-7 7 12,4-2 6,-6 7 0,19-13-6,-10 8-6,15-12 23,-1 1-17,1-1 5,-1 2-10,-2 1 5,-2 4 0,5-8-11,1 1 11,4-4 5,1-2-22,1 0-33,0-2-297,5 0-1014,7-2-5836,13-4 7197,4-3 0,-7 2 0,-8 2 0</inkml:trace>
  <inkml:trace contextRef="#ctx0" brushRef="#br0" timeOffset="1.47146E6">16707 3822 26362,'30'-30'331,"-2"9"-236,-11 27-11,13 0-6,13-2-22,10-4 6,5-7 5,-4-7-39,-16 0 51,-4-7 49,-18-4-66,-4-5 11,-8-6-17,-10 5 11,-6 5-5,-5 7-46,-5 9 12,-1 8-5,-3 9-12,1 9-5,0 9-6,3 8-6,6-3 23,-2 22-34,12-11-5,6 19-23,16-12-129,15-5-302,15-9-84,-10-22 0,1-2 163,15-1-176,-12-10 0,0-6 271,9-14 293,-20 4 1,0-2 27,-4-4 1,-2-1 28,-2-3 0,-3-1-61,-3 0 1,-1-1 360,10-29 112,-5 6 4,-4 11-105,-4 13-169,-3 11-100,-2 10 418,3 10-441,2 11 213,4 13-241,-2 15 17,-4 9-6,-4 2-16,-9-2-12,-2-6-5,-2-10 11,1-13 207,3-11-162,4-15-50,6-11-18,7-15 6,13-10 17,10-4-22,-3 9-9,-3 13 0,3 4-30,11 0 35,-12 6 1,-1 4 3,12 8-23,-11 9 23,-6 7-23,-6 2 23,1-1 38,3-5-38,8-6 11,10-11 11,-11-6 0,0-3-11,13-9-1,-12 0 1,-2-4-6,4-23-794,-15 14 1,-1-4 804,-2-5 1,-3-1 5,-3-4 0,-2-1-254,-2 1 1,-2 0 264,-1 4 0,-2 2 28,-2 6 1,-2 2 100,-4-17-45,-5 18-56,1 16-28,2 12-33,1 15 1478,0 15-1484,0 22 3,5-13 0,1 3-48,6 6 1,3 2 33,4 3 0,4 2-1,7 1 1,4-1-580,5 0 0,3-2 434,1-2 0,2-1-232,-1-6 0,0-1-560,-3-6 0,-1-3-2580,-5-6 0,-3-3 3529,11 3 0,-18-12 0,-10-6 0</inkml:trace>
  <inkml:trace contextRef="#ctx0" brushRef="#br0" timeOffset="1.47164E6">18122 3401 26133,'51'-19'131,"0"-1"0,0 1 0,-2 1 0,-1 0 0,-2 4-106,10 2 0,-2 2-836,-6 0 1,-1-1 485,-7 1 1,-3-1-3071,22-6 2567,-20 5 1,-19 5 0,-12 5-1</inkml:trace>
  <inkml:trace contextRef="#ctx0" brushRef="#br0" timeOffset="1.47246E6">20224 2802 18909,'-2'-48'852,"-1"1"1,1 0 0,-3-15 0,-2 6-2283,-4 19 1,-1 6 1574,-5-2 1425,-4 19-1526,9 31 12,-5 21-25,7-5 0,0 4 191,0 10 0,1 6-211,2-1 0,1 4 0,1 1-561,1-2 1,1 1 0,0 0 545,0 0 0,0 0 1,2 3-58,0-2 1,2 3 0,0 0 0,0-7 254,0 8 0,1 0-403,-1-8 0,2 6 1,-2 0-1,-2-4-1108,-5 0 1,-3-3-1,1-2 908,0 13 0,-5-2 194,-10-12 0,-6-2 1,-1-11 434,1-18 0,-1-6-86,-7 5 1,1-9 2248,-14-38-1481,30-26-569,12 13 0,6-3 235,10-7 0,7-1-451,6-4 1,7 2-86,-5 18 0,4 0 0,1 2-21,1 1 0,3 0 0,1 1 426,1 2 0,2 0 0,-1 1-432,0 2 1,1 0 0,0 2-4,-1 1 0,-1 0 0,2 0 14,2-3 1,1 0 0,-2 0-9,9-7 1,-3 0-4,-3 3 1,-3 1 5,-10 4 1,-4 2 25,5-12 42,-8 7 1257,-8-3-911,-10 18 1453,-2-2-1492,1 3 667,1 5-958,0 2 251,-1 4-323,-7 31-18,2-8-5,-4 16 0,0 3-39,-1 14-653,4-12 0,0-1 496,2 11-795,6 5-1625,3-21 2616,5 2 0,-4-18 0,0-8 0</inkml:trace>
  <inkml:trace contextRef="#ctx0" brushRef="#br0" timeOffset="1.47261E6">20830 2791 22201,'-18'12'-1436,"0"-12"0,23 16 0</inkml:trace>
  <inkml:trace contextRef="#ctx0" brushRef="#br0" timeOffset="1.47329E6">20965 3233 26114,'34'-31'75,"1"0"0,-1 1 0,4-8 0,0-1 1,-7 0-15,-6-6 1,-5-1-2618,6-10 0,-2-3 2561,-7 9 1,-3 0 13,-3-4 1,-4 2 371,-2 10 0,-2-1-372,-2-8 1,-2-1 19,-2 6 1,-3 3-1,-1 8 0,-2 2 17,-9-11 917,6 23-951,1 14 1,0 26 44,-3 14 44,0 11-137,6 2 1,3 5 17,2-8 0,1 2 1276,-1 7 0,2 4-1285,2-8 0,3 3 0,0-4-117,1 2 0,2-1 117,0-4 0,1 3 1,2-3-46,4 1 0,3-4-50,0-7 0,3-4-151,19 7 151,-9-19-106,13-39 207,-14-11 19,-8 4 0,-1-2-154,-3 0 1,-3 0 218,13-28 39,-7 10-17,-8 18 649,-5 8-694,-6 19 1039,-1 2-1100,-1 14 11,0 5 6,2 7 373,4-6-334,13 10-39,11-12 5,0 0 28,12-14-33,-20-8 10,18-14 35,-4-20-18,-1-9-216,-17 16 0,-3-2 272,-2-25 63,-6 7-57,-9 17 112,-15 4-117,-2 21-23,-13 2-17,3 20-44,0 12 11,1 18-12,14-8 1,2 2-6,-3 17-168,9-13 1,5 0 77,17 14-193,-1-20 0,2-2-568,20 19 851,-2-19 0,0-4 0,-9-7 0,17 8 0</inkml:trace>
  <inkml:trace contextRef="#ctx0" brushRef="#br0" timeOffset="1.47396E6">11432 5145 15137,'-50'8'1012,"0"0"0,6-3 0,13 3 148,24 2-656,15-4 286,38 3-524,-13-8 0,5 0-79,18-2 1,6-2-878,-11 0 0,3 0 0,1-2 753,-6 1 0,0-1 0,2-1 0,1 0 24,6-1 0,0 0 0,3-1 0,3-1 8,-7 1 0,4-1 0,2-1 0,1 1 1,-2-1-1,-4 1-593,-3 1 0,-3 0 1,-1 0-1,2 0 0,5-1 522,-8 1 1,4-1-1,2 0 1,2 0 0,0-1-1,0 1 1,-2 0-1,-2 0-287,8-1 0,-4 0 0,0 1 0,0-1 0,2 0 0,2 0 279,-4 0 1,1 1 0,2-2 0,2 1 0,-1-1 0,2 1-1,-1-1 1,1 1-135,-6 0 0,1 0 0,1 0 0,-1 0 0,1 0 0,0 0 0,1 0 1,-1 0-1,1 0 127,-5 0 1,0 1-1,1-1 1,0 1-1,-1-1 1,1 1-1,0-1 1,0 1-1,0-1 1,0 1-31,1-1 1,0 0 0,-1 0-1,1 0 1,0 1 0,0-1-1,-1 0 1,1 0 0,0 1-1,-1-1 32,0 1 1,0-1 0,0 1 0,0-1 0,0 1 0,0 0-1,-1 0 1,1 0 0,-1 0 0,0 0-2,4-1 1,0 0-1,0 1 1,0-1 0,0 1-1,-1 0 1,0-1 0,-1 1-1,1 1-1,3-1 0,0 0 0,-1 0 0,0 0 0,0 0 1,-1 1-1,0 0 0,-1 0-6,3 0 0,0 0 0,-1 1 1,-1-1-1,-1 1 0,0 0 0,-1 1-70,1-1 1,0 1 0,-1 0 0,-1 0 0,-1 0 0,-2 1 66,3 0 0,-1 0 0,-1 0 0,-3 0 0,-5 1 0,3 0 0,-5 1 0,-4-1 0,1 1 0,0 1 0</inkml:trace>
  <inkml:trace contextRef="#ctx0" brushRef="#br0" timeOffset="1.47451E6">21003 3782 10315,'-58'7'2735,"1"1"0,12-2 0,2-1-1757,4 0 0,1 0 466,-15 3-705,18-3 1,1 0-392,-7 0 72,6 1-303,29-5 253,8 1-45,13-2-73,18-4-1822,8-2 0,3-1 1603,-10 0 1,3 1 3,8-2 1,6-1-1,-1 0-669,-4 1 1,-1 1 0,3-1 640,-2 0 1,3 0 0,2 0 0,-1-1-138,2 1 1,0-1 0,1 1 0,1-2 139,6 0 1,2-1 0,0 0-1,-5 1-12,-4 0 0,-3 2 0,1-2-2,7-1 0,0-1 1,-8 2-102,8-4-149,-9 1-7845,-43 7 8097,-12 6 0,-10 0 0,11 1 0</inkml:trace>
  <inkml:trace contextRef="#ctx0" brushRef="#br0" timeOffset="1.50038E6">12472 7251 22094,'10'-18'1003,"-1"8"-661,-10 19-118,-3 7-152,0-2 85,-2 5-95,4-9-1,0 2 107,2-8 146,3-2 44,1-3-83,4-4-46,-2-5-4,-2-6-40,-2-2-12,-3 1-16,-1 4-95,-1 5 22,-1 4-112,1 3 17,-2 3 22,-2 3-6,-2 6 23,-2 5-28,1 3 6,2 0 0,3-1-12,3-4 17,3-3-11,4-4 28,2-3 39,4-4 45,2-7 62,1-6-17,-2-6 56,-2-1-29,-6 0-72,-4 5-16,-4 3-52,-4 5-27,-3 4-28,-1 2-17,1 2 39,2 3-11,2 4-11,0 4 5,1 2-10,2-1 10,3-1 6,4-4-6,1-2 46,1-3-7,-1-3 1,1-1-12,3-6-33,2-5 17,1-5 5,-1-1-6,-4 5-10,-3 2-130,-2 9-475,-2 0-2140,-4 4 2750,-2 2 0,1-2 0,1 1 0</inkml:trace>
  <inkml:trace contextRef="#ctx0" brushRef="#br0" timeOffset="1.50133E6">13212 7421 21760,'-1'-58'1044,"-1"-1"0,-4 4 0,-5 10-904,-9 22 385,-19 5-441,8 18 60,-10 11-122,0 11-16,3 15 39,6 10-45,8 6-17,10-1 6,20 1 11,3-20 174,22 1-101,1-24 0,1-1 660,18-16-481,-30-1 146,14-18-118,-26-1-11,2-16-213,-5 15 50,0-3-95,-4 23-50,0 3 33,-1 14 18,3 16-1,4 23-22,-1 2-6,-1 5 0,0 6-1107,-3-7 0,1 2 1034,-1-2 0,1 3 1,-2 4-33,-4-1 0,-1 5 0,-1-1 1,-1-6 89,1-6 0,0-3 0,-2 1 16,0-1 1,-1 4 0,-1-2 0,-3-8 23,-9 1 1,-2-8-168,1-8 1,-2-5 281,-29 10-55,13-50-18,17-41-39,18 12 0,6-5-406,2 10 1,3-2-1,2-1 397,4-3 0,2-2 0,2 1-14,2-2 1,3 1 0,0 1 3,2 2 1,0 1 0,2 1-21,3-1 0,1 1 0,-2 4 19,1-1 1,-1 2-3,8-5 0,-1 3 1269,5-2-1250,-16 17 1,0 0 41,14-19 444,-8 6-466,-14 16 28,-8 7-22,-7 13 1376,-1 2-1388,-1 11 537,1 2-559,-2 11 28,1 0-45,0 0-5,0 1-85,0 5-10,1-9-539,3 8-1271,1-10-6121,1 4 8048,-1-3 0,-2-9 0,-1-4 0</inkml:trace>
  <inkml:trace contextRef="#ctx0" brushRef="#br0" timeOffset="1.5015E6">13676 7274 25483,'-47'-31'-2458,"7"-2"0,52 59 1,-9-20-1</inkml:trace>
  <inkml:trace contextRef="#ctx0" brushRef="#br0" timeOffset="1.50195E6">14003 7304 23145,'-2'-52'800,"0"0"1,0 0 0,0-9 0,1 2-395,4 8 0,-1 7-89,1 3-3,3-16-133,-5 43-170,-6 17 0,1 8-11,-4 18-11,-2 21-31,5-17 0,0 4-439,-1 12 0,2 6 169,3-5 1,1 4-1,2 0-73,2-7 1,1-1 0,2 1-158,1 8 1,2 1-1,1-5 2,3-3 0,1-4-2488,1 4 1,-3-6-2703,-8-5 1507,-15-2 4385,-6-32 499,-8-13 1720,7-10 3736,-2-13-2448,-2-2-964,-3-9-868,4 7-1148,5 8 341,-1-6-379,8 7-215,1-10-424,12 8-136,15 1-44,6 13-728,10 4 0,5 3-3843,-6 4 1,-1 0 4059,8-2 1,-3 1-1,6 2 1,-32 3 0</inkml:trace>
  <inkml:trace contextRef="#ctx0" brushRef="#br0" timeOffset="1.50255E6">14478 7470 24816,'2'-43'597,"0"-1"1,0 5 0,-1 9-537,-2 24-72,0 10 78,1 12-72,-1 15-96,1 14-269,1 7-621,2 3-1159,4 0-3731,5-6 5881,-1-11 0,-4-17 0,-3-11 0</inkml:trace>
  <inkml:trace contextRef="#ctx0" brushRef="#br0" timeOffset="1.50271E6">14684 7246 23407,'-39'-34'-463,"-1"0"0,2 1 0,15 15-2610,31 29 3073,5 3 0,-4-4 0,-5-6 0</inkml:trace>
  <inkml:trace contextRef="#ctx0" brushRef="#br0" timeOffset="1.5039E6">15134 7296 21035,'0'-5'3916,"0"0"-3216,0 5-280,-60-57-185,26 44-193,-7-15 0,-2 8 3,1 39-28,2 17-17,7 9-420,10 6 403,12-1 172,18-5-82,13-11 153,16-12 66,5-12 105,1-16-5,-3-14 117,-5-16-285,-6-6-11,-5 0-38,-8 8-175,-7 11 0,-5 11 0,-3 10 0,-2 17 0,-3 16 0,-4 25 0,2-16 0,-1 4-661,-2 12 1,0 5 635,2-13 1,1 3-1,1 1-814,-1 6 1,1 3 0,1 0 717,1-12 1,1 1 0,1 1-1,-1-1 16,2-1 0,-1 0 0,1-1 0,-1 0 71,-1 9 1,0-2-1,-3-3 65,-3 9 0,-5-8 11,-3-18 0,-5-11 42,-28-18-62,3-46-19,28 1 0,5-5-411,3 3 0,5-5 305,8-11 0,5-7 1,3 2-398,0 12 1,2 3 0,1-4 293,1 0 0,2-4 0,1 0 1,1 3-160,4-5 1,2 4 0,1 1 169,-2 5 1,2 3-1,-1 1-298,11-11 1,1 4 58,-3 8 0,0 3 386,-2 6 1,0 2 97,-2 2 1,-1 2 61,-3 3 1,-1 1 301,15-18 842,-13 12-942,-11 11 2535,-7 8-2581,-6 8 1398,-1 1-1168,-1 12 330,0 7-660,0 14 68,0 9-197,1-6 0,5 28-5,2-15-20,-2-15 0,0 1-9,2 14 74,-3-11 50,-4-16 285,-1-9-100,-2-14-202,-1-10-51,0-9 6,0-9 62,9-6 0,5 0-11,10 1-18,4 6-49,5 4-18,2 8-33,3 7-5,-3 5-12,-2 8-5,-4 5-6,-2 9-12,-2 5 18,0 2-34,0-2-11,0-4 11,4-6 17,4-6 16,5-13 40,4-11 17,2-13 16,-3-9-16,-4-4 27,-7 1 23,-8 9-3414,-7 11 3324,-7 12-16,-3 8 22,-5 12 5,-1 7-21,-1 10 16,0 4-28,4 2 3403,6-1-3375,6-1-23,11-2-16,11-5-3398,20-3 3443,-15-8 44,14-9 12,-27-15 28,2-9-2174,-4-20 2151,-13 10 174,-2-23-140,-16 25 2212,0-5-2246,-13 13-33,-4 11 5,-13 2 3359,-4 6-3404,-1 7-16,6 6-85,7 6-139,11 3-449,9 1-1035,14 2-8101,28-2 7938,-9-7 0,9-4 0,-25-9 0</inkml:trace>
  <inkml:trace contextRef="#ctx0" brushRef="#br0" timeOffset="1.50425E6">16654 7071 23439,'-6'-4'3002,"0"1"-2319,6 3-263,0 0-409,-24-9-11,29 14-11,-1 6 8,22 9 0,9 3 3,16 13-8,-11-4 0,-4 0 8,-12 3 44,-1 13-44,-27-23 23,-21-4-40,-7-14 73,-13-3 28,2-13 123,5-16-162,18 2 33,8-18-16,19 12-68,17-15-72,12 10-689,-8 16 0,1 2 610,17-1-841,-6 10 0,1 2 220,3 1-691,-3 3 1,2 1 1468,14 3 0,-18-1 0,-6 1 0</inkml:trace>
  <inkml:trace contextRef="#ctx0" brushRef="#br0" timeOffset="1.50458E6">17208 7089 18487,'5'-5'7276,"0"1"-6660,-5 4 342,0 0-717,-12 30-135,15-14-44,-9 19 61,23-22-22,1-8 16,5-3-16,-1-9 56,4-13-40,-7-7 1,-1-11-51,-9 11-43,-4-5-24,-4 12 0,-10-5 0,-6 13 0,-7 3 0,-9 18 0,-6 15 0,-3 8-603,17-8 0,2 0 603,-6 13-307,13-4 0,2 1 307,3 4-115,4-2 0,6 1 115,22 10-729,8-14 1,8-3-771,5-5 1,3-4-354,5 0 1,1-5 1851,3-3 0,-6-5 0,-7-1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14:34:44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3401 4620 7604,'-56'-5'1568,"0"0"0,-1 1 1,-11-1-1,13-1-952,25-2 662,25 2-853,4 2-27,-1-1 179,3 2-549,5 0 56,19 0 5,13 2-33,-5 1 0,1 0-764,24 3 786,-12 0 0,3 2-2,-2 0 0,1 1-415,-5-1 0,1 1 0,4 0 395,12 1 0,5 1 0,-2-1-629,-3-1 1,0 0 0,0-1 596,-1 1 1,1-1-1,0 0 8,-11-2 0,1-1 1,0-1-1,3 0 1,-4 0 1,3 0 0,1-1-1,0 0 1,-3 0-451,5 0 0,-4 0 1,3 0-1,5-1 437,-4 1 0,5-1 0,4-1 0,1 1 1,1 0-1,-4-1 0,-3 1-264,3 0 0,-3-1 1,-2 0-1,1 1 1,2-1 250,-2 0 0,1 1 1,1-1-1,1 0 1,0 1-1,0 0-134,2-1 1,1 1 0,0 0-1,0 0 1,0-1 0,-2 2 134,-6-1 0,-2 0 1,0 1-1,1 0 1,0-1-1,3 1-49,1-1 1,2 1 0,1 0-1,1-1 1,1 1 0,1 0 0,2 0 49,-7 0 0,2 0 1,1 1-1,1-1 0,1 0 1,-1 1-1,1-1 0,-2 1 1,-1-1-34,3 1 1,-1 0 0,0-1 0,-1 1 0,0 0 0,-1 0 0,1-1 0,0 1 23,-2 0 1,0 0 0,1 0-1,-1 0 1,0 0 0,0 0-1,0 0 1,-1 0-6,1 1 0,0-1 0,0 0 0,0 1 0,0-1 1,-1 1-1,0-1 0,-2 0-4,2 1 0,-2-1 0,-2 0 1,1 0-1,1 1 0,3-1 0,3 0 2,-8 0 1,2 0 0,4 0 0,1 0 0,1 0 0,1 0 0,-1 0 0,0 0 0,-2 0 0,-2-1 0,-2 1 6,4 0 1,-2 0 0,-3 0 0,-1 0-1,1-1 1,0 1 0,2 0 0,4-1-1,-5 1 1,3 0-1,1-1 1,3 1-1,0-1 1,0 0-1,0 1 1,-1-1-1,-1 1 1,-2-1-1,-3 0 0,4 1 1,-4-1 0,-2 0 0,-1 0 0,1 1-1,2-1 1,4 0 0,5 0 3,-16 1 1,3-1 0,3 0 0,3 0 0,2 1 0,1-1 0,1 0 0,2 1 0,-1-1 0,1 0 0,-1 1 0,-1-1 0,-1 0 0,-1 0 0,-3 1 0,-2-1 0,-4 0-4,12 1 1,-5-1 0,-3 0-1,-2 1 1,-1-1 0,0 0 0,2 1-1,2-1 1,3 1 0,4-1 0,-10 1 1,2-1 0,4 1 0,2-1 0,2 1-1,1-1 1,2 1 0,0-1 0,1 1 0,0-1-1,-1 1 1,-1 0 0,-2-1 0,-1 1 0,-3 0 0,-2-1-1,-3 1 1,-4 0 0,20 0 1,-7 0-1,-3 0 1,-3 0-1,-1 0 1,0 0 0,4 1-1,4-1-3,-10 0 1,3 0-1,1 0 1,3 1-1,0-1 1,0 0-1,1 0 1,-1 0-1,-2 1 1,-1-1-1,-2 0 1,-3 0-1,5 1 1,-2-1 0,-4 1-1,0-1 1,-1 0 0,1 1 0,3-1-1,2 1-3,-5 0 0,3-1 0,2 1 0,0 0 0,2 0 0,0 0 0,-1 0 0,0 0 0,-2 1 0,-2-1 0,-2 0-34,12 0 0,-5 1 0,-1 0 0,-1 0 1,0-1-1,2 1 0,4 0-153,-8 0 0,2 0 0,3-1 0,0 1 0,2 0 0,-1 0 1,-1 0-1,-1 0 0,-1 0 0,-4 0-1089,9 1 0,-2-1 0,-1 1 1,-2 0-1,-2 0 0,-1-1 1,-2 1 1278,5-1 0,-2 1 0,-3-1 0,-2 1 0,-3-1 0,11 1 0,-4 0 0,-12-1 0,-4 0 0</inkml:trace>
  <inkml:trace contextRef="#ctx0" brushRef="#br0" timeOffset="915">2927 4744 18173,'-2'-4'1709,"1"1"-1706,1 3 912,14-21 237,0 31-1347,14-6 404,-9 30-190,-5 6 0,-2 4-902,0 10 1046,-6-6 0,0 9 0,-2-2-702,-2 7 0,-1 1 539,-1-16 1,1 3-1,-1 2 1,0-4-129,0-1 0,-1-1 0,1 4 260,-1 7 1,0 7-1,0 1 1,1-4-159,0-11 0,0-2 1,1 0-1,-1 4-425,1 4 0,1 4 1,-1 1-1,1 1 1,1-2 445,0-6 1,0 0-1,0-1 1,1 0 0,0 1-423,0 2 1,1 1 0,1 0-1,-1-1 1,0-2 332,1 3 0,-1-2 0,1 1 0,-1 1 13,1-1 0,0 1 0,0 2 0,0-1 1,0-1-284,0 5 1,0-1 0,0 0 0,0 3 306,-1-12 0,0 1 0,0 1 0,0 1 0,-1 2 1,1 1 25,-1 0 0,0 2 0,0 1 0,0 1 0,-1 0 0,1-1 0,-1-2-120,0 5 1,-1-1-1,1-1 1,-1 0 0,0 0-1,0 0 118,0-3 0,0 0 1,0-1-1,-1 1 1,1 2-1,-1 3 42,-1-10 0,0 3 0,0 3 0,0 0 0,0 1 0,0-2 0,-1-2 0,1-3 0,0-4-30,0 15 0,0-7 0,-1-1 0,2 9 9,-1-16 0,0 6 1,1 3-1,-1 2 0,1 1 1,0 0-1,0-2 1,0-3-1,1-4-10,1 11 1,0-6 0,1-2 0,0 1 0,0 3 4,1-7 1,-1 0 0,1 2 0,0 1 0,0 0 0,1 0 0,0-1-8,0 0 1,1 1-1,0-1 1,0 0-1,1 1 1,0-1-1,-1 0 25,2 1 0,-1 0 1,0-1-1,1 1 0,0 0 1,0-1-1,0 1 1,0-1 1,0 0 0,0 1 0,1-1 0,-1 1 0,0-1 0,0 0-89,1 0 0,-1 1 0,0-1 0,0 0 0,0 0 0,0-2 0,0-1-180,1 9 0,-1-3 0,1-1 0,-1 0 0,1 3 265,-1 0 1,1 5 0,0 0 0,0-2-1,-1-4 1,-2-10 0,3 16 0,-1-5 0,0-2-1,0 1 1,0-1 0</inkml:trace>
  <inkml:trace contextRef="#ctx0" brushRef="#br0" timeOffset="1833">18654 5053 19748,'27'-33'410,"0"0"1,-3 1-1,-5 12-342,-13 24 27,0 9-34,-1 4 96,-1 40-73,-4 3-573,-1-12 1,-2 4 499,-1-2 0,-1 2 6,-2 4 0,0 1 13,0 5 1,1 1-13,2-18 1,1 0 0,-1 1-535,1 3 0,0 1 1,0 0 520,0 3 1,0 1 0,0 1-620,-1 1 1,0 2 0,0 0 624,0 2 0,-1 1 1,0 1-7,1-14 1,-1 1 0,1 0-1,0 1-8,0 2 0,-1-1 1,1 2-1,1 0 4,-1 2 1,0 0-1,1 1 1,1 1-374,-1 1 1,1 1-1,1 0 1,0 1 368,1 1 0,2 0 0,0 1 1,0 0-3,1-11 1,-1 0-1,2 1 1,-1-1-1,1 1 11,1 1 1,1-1 0,0 1 0,0 0 0,1 0 7,0 1 1,0 0-1,0 0 1,0 1 0,0 2 10,0-1 0,1 2 0,-1 1 0,0-1 1,0-1-1,-1-3-258,1 7 1,0-4 0,0-1 0,-1 5 254,-1-8 1,0 3-1,-1 2 1,0 0 0,0-3-1,-1-2 11,-1 5 1,-1-4 0,0-1 0,-1 4-14,0-2 0,-1 2 0,1 1 0,-2 1 0,1-1-134,-1 1 0,-1 0 0,0-1 0,0 1 0,-1 0 117,0 0 1,0 0-1,-1 1 1,-1-1-1,1 1-58,0 0 0,-1 1 0,0 0 0,0 0 1,0 1 68,0 0 1,0 0-1,0 0 1,1 0 0,-1 1 20,2-11 0,0 0 0,-1 0 1,1 0-1,0 2 0,1 0-16,0 1 0,0 2 0,1 0 1,-1 2-1,1-2 0,0-2 1,0-2-26,0 2 0,0-2 1,0-3-1,1 2 1,0 4 23,0 2 1,0 5 0,0 1-1,1 0 1,0-3 0,1-4 4,0 5 1,0-6 0,1 0 0,0 2-2,0-3 1,0 2-1,1 0 1,-1 0-1,1-2-4,2 8 0,0-1 1,0-2-1,0-2 185,-1-7 1,0-1-1,0-2 1,-1-2-245,0 4 0,0-3 0,-4-3-791,-6 5 1,-6-6 831,-9-12 0,-3-6 0,-5 1 0,-5-14 0</inkml:trace>
  <inkml:trace contextRef="#ctx0" brushRef="#br0" timeOffset="3150">4098 13684 13808,'-34'-50'1368,"-1"0"0,3 5 1,5 4-624,10 4-195,4 3-220,5 4-15,4 1-52,2 3 6,1 2-12,0 5 41,1 4-287,0 7-167,0 5-12,0 4 168,1 7 5,7 18-10,3 7 10,4 7 12,9 9 33,1-1-11,-8-16 1,0 4-4,6 14 1,-2 3-934,-3-3 0,-2 0 905,1 0 1,-3 0-1,-2 2 1,-1-2-384,-2-10 1,0 0 382,3 10 1,1 1-240,1-3 1,2-1 255,8 7 1,3-1-10,-1-9 1,2-3-14,0-1 0,3-3 2,6-5 1,3-5-377,-1-5 1,4-3 377,-5-3 0,2-1 1,5-1-288,0-3 1,5-2-1,1-1 1,-4-1 288,2 0 1,-3-1-1,5-2 7,5 0 1,6-2 0,0-2 0,-2-1-424,3-3 0,-1-1 0,2-2 409,-16 2 0,3-1 0,1 0 1,0 0-1,1-1 2,2 0 1,-1-1-1,2-1 1,1 0-1,2 0 2,-7 1 1,3-1-1,1-1 1,1 0-1,-1 1 1,-2-1-1,-2 1-228,4 0 1,-3 0 0,-1 0 0,1 0 0,4-1 225,-2 0 1,4-1 0,2 0 0,1 0 0,-1 0 0,-2 1 0,-2 0-138,5-1 0,-3 0 1,-1 1-1,0 0 1,4-1 136,-8 2 0,2-1 0,0 0 0,2 0 0,0 0 0,0 0 0,0 1-2,1-1 0,0 1 1,0-1-1,1 1 1,-1 0-1,1-1 1,0 1 0,1 0 0,0 0 0,1 0 0,0 0 1,-1 1-1,1-1 0,0 1 7,-7 0 0,0 1 0,-1 0 0,1 0 0,0 0 0,1 0 0,0 0 0,2 1-11,2-1 0,2 0 1,1 0-1,1 0 1,0 1-1,-1-1 1,-1 1-1,-2-1 1,-2 2-1,-1-1 0,-2 0 0,-3 1 1,0 0-1,1 0 0,1 0 0,3 0 1,-1 0 0,2 0 0,3 0 0,1-1 0,0 1 0,-1 0 0,-1 0 0,-2 0 0,-3 1-3,6-1 0,-4 1 0,-2 0 1,0 0-1,3 0 0,3-1-4,-7 1 0,4 0 0,2 0 1,2 0-1,0-1 0,-1 1 0,-1 0 1,-2 0-1,-3 0 5,8-1 0,-4 1 0,-2 0 0,0 0 0,1 0 1,4-1 1,-5 1 0,4-1 0,1 1 0,1-1 0,0 0 0,-2 1 0,-1-1 0,-4 1-24,10-2 1,-3 1-1,-3 0 1,2 0 0,2-1 23,-8 2 1,1-1 0,1 0 0,2 0 0,-1 0-1,1 0 1,-2 0-3,1 0 0,-1 1 1,1-1-1,0 0 1,-1 0-1,1 0 1,-1 1 3,1-1 0,-2 1 1,1-1-1,0 1 1,1 0-1,0 0 1,1 0-3,-1-1 0,1 1 0,1 0 0,0 0 0,1 0 0,-2-1 0,0 1 0,-2 0 0,0 0 0,-1 1 0,-1-1 0,0 0 0,-1 0 0,-1 1 0,1-1 74,5 0 0,0 0 0,-1 0 0,0 0 0,-1 0 0,1 0-74,-1 0 0,3-1 0,-1 0 0,-2 0 0,-4 0 0,-4 1 0,8-1 0,-8 0 0,6 0 5,-2 0 1,5-1 0,2 0 0,-1-1-1,-3 1-4,0 0 1,-3-1-1,-1 0 1,1 1 97,3-1 0,0 0-1,0 0 1,-1 0-98,-3 1 1,-1-1-1,0 1 1,0 0-4,-3 1 1,0 0 0,-1 0-1,-2 2-4,6-1 1,-3 2 0,4 0-2,3 0 0,3 0 0,1 0 0,-4 1 7,-4-1 0,-3 2 0,2-1-3,4 1 0,5 1 0,-2 0 1,-9 0 528,-6-1 0,-3 0-511,6 1 0,3 1 0,-5-2 439,-10 0 0,-1 0-395,11-3 0,0-1-31,12 0 3,-13-2 0,-2 0-15,-3 1-2,0 0 0,2 0-2,23 0-4,-6 1 0,3 0 28,-18 2 1,-1-1-12,6 1 1,-4-1 114,2-2 1358,-24 0-1207,7-2 107,-13 0-415,-4 1 1598,-5 0-1581,-7 1 0,1 2 0,0-1 0</inkml:trace>
  <inkml:trace contextRef="#ctx0" brushRef="#br0" timeOffset="6108">3699 13225 18078,'5'-58'1813,"1"1"0,-2 6 0,-1 8-1096,1 11-286,-3 15-308,-1 10-89,0 13 27,3 14 51,2 24-34,-1-10 1,-1 3-758,1 10 0,-1 4 704,0 11 0,0 2-20,0-16 1,0 2 0,1 1-33,1 3 1,2 1 0,1 0-245,3 2 1,2 1-1,1-1-887,3 0 1,2-1 0,2 0 925,5 3 0,2-1 0,-3-6 0,-2-4 0,-1-5 0,1-7 0,-1 1 0</inkml:trace>
  <inkml:trace contextRef="#ctx0" brushRef="#br0" timeOffset="7424">6239 15307 21954,'-17'-42'416,"1"1"0,3 4 0,-1 10 251,-9 20-589,-8 13-1989,-6 9 1,-2 5 1938,10-5 0,0 1 2,-5 7 0,-3 3 0,4 0 243,-3 4 1,4 2-241,-7 8 1,3 2-29,10-5 1,6 1 14,10 0 0,9-2 2,20 15-8,2-27 0,5-4-106,7-7 0,2-4 25,27 3-1324,-3-9 0,0-1 1035,-26-2 1,0 0-1171,29-2 0,2-2-2037,-22-2 1,-3-2 3562,4-1 0,-2 0 0,9-5 0,-24 4 0</inkml:trace>
  <inkml:trace contextRef="#ctx0" brushRef="#br0" timeOffset="7750">7077 15235 16252,'0'-5'5780,"0"1"-5309,0 4 325,-60-39-203,16 30-280,-8-9 1,-2 5-118,-3 21-123,2 9-50,28 1-7,13 4 7,8 3-23,12 5 0,2-7 0,29 17 0,-12-18 0,3-2 0,3 1-17,2-1 0,1-1-246,-1 1 0,1 2 238,4 1 0,-4 2-20,2 13-173,-25-3 201,-17-10-34,-26-6 1,-6-3-11,-5-3-99,-7-1 1,0-3-133,6-7-714,3-6 1,1-2-983,3-1 1988,-17-16 0,41 15 0,2-3 0</inkml:trace>
  <inkml:trace contextRef="#ctx0" brushRef="#br0" timeOffset="8525">7591 15209 20033,'-8'1'2577,"1"0"-1088,7-1-172,0 0-1311,6-21-34,24 12-18,15-17 7,8 20-59,-13 1 0,0 0-193,12-1 8,-17 1 0,-1-1-602,7-3-369,-16 0-600,-12-1-1585,-15 2-1502,-7 0 1519,-6 4 2671,3 1-32,0 4 1281,7 3 1160,-1 2 1086,0 1-1164,2-1 2789,-6 2-2493,0-2-1243,-2-1 700,-4 0-688,6-2-192,-2-1-234,8-1-186,3-1-324,1 0 269,-3 2 66,-1 1 29,-12 7-34,-9 2 12,-16 4-6,-12 2 11,-2-2 128,5-4-27,15-5 465,3-4-281,14-4-212,-2 0 112,3-3 95,-1-1-22,1 0 39,0 1-207,11 2 134,3 0-286,2 2 45,2 7 23,1 8-29,0 14 40,0 12 34,-4 15-37,-3-21 0,-1 1 2,-5 26-5,-3-9 1,-1 0-40,1 1-12,1 1 1,2 0-11,8-5 28,9 13-18,15-32-49,31-19-186,6-19-229,-27 2 0,0-4-642,5-6 1,0-2 1089,-5 0 0,-2 0 0,14-6 0,-8 2 0</inkml:trace>
  <inkml:trace contextRef="#ctx0" brushRef="#br0" timeOffset="8724">7406 15659 19776,'-5'0'5499,"1"0"-4406,4 0-1093,-9-19-17,19 9-588,34-29-364,-14 27 0,5 2 290,21-9 1,-2 1 0,-1 1-1,-3 3 1</inkml:trace>
  <inkml:trace contextRef="#ctx0" brushRef="#br0" timeOffset="10258">14505 14647 23052,'2'-61'933,"-1"1"1,1 2 0,-1 19-917,-1 37-29,0 3 46,0 22 0,-1-4 10,-4 39 1,-7-7 0,-4 2-433,7-16 0,-1 0 397,-3 4 1,-3 3-1,1-5 16,0-9 1,0-4-15,-13 27 45,-2-9 347,13-26-184,1-11-135,9-23-1,7-26-71,5-3 16,1 7 0,2-2-260,2 1 0,2-3 250,0-2 1,2-4 0,0 1-52,5-11 1,0 1 76,-5 16 1,0-1 0,0 5 42,1 1 0,-1 6-53,5-9 10,0 15-27,-2 15-17,-1 5 480,23 23-503,-5 11 29,9 10-15,-11-2 1,-2 2 524,3 6-567,-11-10 1,2 7 0,-5-3-677,-7-3 1,-2 1 14,3 16 1,-3-2-533,-11 11-4749,-18-4 5247,-2-29 0,3-6 1,6-13-1</inkml:trace>
  <inkml:trace contextRef="#ctx0" brushRef="#br0" timeOffset="10425">14429 14792 18147,'43'-32'31,"0"1"0,0-1 0,4-7 0,1 6-162,12 15 0,-1 6-2068,-21 3 0,0 0 2199,13-2 0,-3 0 0,-1 0 0,-22 5 0</inkml:trace>
  <inkml:trace contextRef="#ctx0" brushRef="#br0" timeOffset="10968">15293 14311 26273,'-10'-34'605,"2"7"-555,8 27-33,1-1 33,9 1-33,11-3 5,18 0-22,-1 0-3,-6 1 1,0-1 13,1 1-17,0-1 1,1-1 22,5-5 5,7-1-28,-13 2 1,0-1-46,14-3-47,-16 4 0,0 0-411,1 1-449,-17 4-470,-23 11-90,-17 7 728,-3 3-546,-2-2 1,-3 1 130,-22 8 1222,-2 2 599,9-8 723,29-14 223,0-4-100,9-9-319,5-4-247,4-3-156,2 3-281,-1 4-297,0 4-123,0 4 23,0 8-28,0 8-29,-1 3 23,0 18-22,-1 23-99,0-25 1,1 2-910,-2 12 1,-2 1-1159,-2-3 1,-1-1-659,0-8 1,-1-2 2817,-2 3 0,-1-4 0,2-9 0,0-2 0</inkml:trace>
  <inkml:trace contextRef="#ctx0" brushRef="#br0" timeOffset="11107">15245 14950 25713,'19'-46'169,"1"0"1,1 4 0,4 7-209,33 11-837,-22 13 1,2 0 208,7 0 1,1 1-2655,5-1 0,-1 0 3321,-4 0 0,-3 1 0,13-3 0,-27 5 0</inkml:trace>
  <inkml:trace contextRef="#ctx0" brushRef="#br0" timeOffset="11341">16452 14259 22375,'6'-11'3147,"-2"2"-2150,-4 9 34,0 0-970,-36-44-22,16 45-22,-33-18-26,35 40 1,2 10-604,-6 8 0,0 3 599,4-7 0,0 2 0,-1 1-676,-2 7 0,0 1 1,-1 1 454,-2 5 1,1 1 0,0-2 3,4-9 0,0-1 1,1 2-766,0 0 1,1 2 0,0 0 0,2-6-1112,1 1 0,2-1 2106,-6 24 0,4-8 0,9-28 0,3-5 0</inkml:trace>
  <inkml:trace contextRef="#ctx0" brushRef="#br0" timeOffset="11967">16666 14527 21875,'4'-8'3389,"-1"2"-2716,-3 6-124,0 0-421,55-27-60,-39 47-3427,39 9 3376,-57 26 2,-1-13 1,-2-1 3,-6 5 21,-3 2 40,-1-15 45,3-16 6,0-11-35,0-14-55,0-11 3342,1-17-3376,3-16-1685,6 8 1,3 0 1675,0 12 1,2-1 14,3-16 0,4 1-162,12-8 156,-8 24 1,1 1-7,16-18-5,1 13 0,2 11-28,4 9 39,3 9 17,5 14-28,1 11 12,-10 6-111,-11 3 1,-4 3 86,-1 19 9,-7-13 1,-4 1 13,-17 25-14,-6-29 0,-4-1 3,-10 8 28,-11-2 218,21-29-195,2-12-35,8-16 1,8-18 0,9-10-11,9-6 5,11 0 22,7 4-5,1 6 6,0 8 44,-2 9 169,-1 7-224,1 10 3369,3 4-3415,2 10-5,1 10-28,-3 15-151,-6 11-543,-12 10-1082,-12 2-3147,-17-2 4979,-7-12 0,2-16 0,4-12 0</inkml:trace>
  <inkml:trace contextRef="#ctx0" brushRef="#br0" timeOffset="12241">17841 14182 21702,'4'-6'4005,"0"0"-3142,-4 6-46,0 0-666,38-23-106,-28 33 17,20 10-29,-34 12 1,-10 7-402,0 8 1,-2 2 389,-1-2 1,-1-1 30,-1 3 0,2-3-25,-4 10 34,7-1 39,17-38 16,13-5-55,39-25-101,-20 4 0,3-1-221,4-3 0,0 0 123,-3 2 0,4 0-1738,4 1 1,6-1 0,-3 1 1518,-3 1 0,-1-1 1,-3 1-1,2 1 0,-8 0 1,-1 1-1</inkml:trace>
  <inkml:trace contextRef="#ctx0" brushRef="#br0" timeOffset="13275">10774 4744 13760,'4'59'409,"-1"0"0,1 0 0,-2-1 691,-6-8 0,0-2-986,5 6 1,3 0-31,2 3 0,2 0 102,3 2 0,1 0-88,1 0 0,0 3-16,-3-9 0,0 2 0,-1-3-40,0 5 0,0-1 21,-2 1 1,0 4 0,0-3-20,-3-13 1,0-3 0,0 3-17,1 12 0,1 2 0,-1 1-95,0 2 1,0 0-1,0 1 86,-2-14 1,1 0 0,0 0 0,-1 0 6,1 2 1,0 0-1,0 1 1,0-1 10,1 2 1,0 0 0,1 1 0,0-1-10,0 2 0,1 0 0,0 1 0,1-1-19,1 2 0,-1 0 0,2 1 0,-1-1 13,1 1 1,0 0-1,1 1 1,0 2 9,-1-3 1,1 3-1,0 0 1,0-1-1,-1-3-11,0-4 0,-2-4 0,1 1 0,0 3 9,1 3 1,0 3-1,0 2 1,-1-2-1,-1-3 12,0-5 0,-2-3 0,1 0 0,-1 3-22,0-2 0,1 1 0,-1 2 1,0-1-1,0 1-16,0-1 1,-1 0-1,1 0 1,-1 0-1,0 0 8,1 12 1,0 0 0,0 0 0,-1 0 6,1 0 1,-1 0-1,1 0 1,-1-1 5,0 1 0,1-1 0,0 0 1,-1 0 0,2 0 1,-1 0 0,1 0-1,-1 0-11,1 0 1,0-1-1,0 1 1,1-1 2,0 1 0,0-1 0,1 0 1,-1 0-138,0 0 1,1-1 0,-1 1 0,1 1 137,-2-3 0,2 1 0,-1 1 0,0-1 0,-1-5-67,0-2 1,-1-4 0,0-1 0,0 4 57,1 1 0,-1 4 0,0 1 0,0-2 1,-1-5 2,0 11 0,-1-5 0,-1 2 2,1-6 1,-1 3-1,0 0 1,0 0-4,0-3 1,-1 0-1,0-1 1,0 0 2,0-1 1,-1-1-1,1 0 1,0 0-1,1 13 0,0 0 0,0-1 173,0-1 0,0-1 0,1-1-175,-1-1 0,0-1 0,1-1-8,-1 0 1,0-1 0,1-1 1,-1-1 1,-1-1 0,1 0-5,-1-2 1,0-1 0,0 0-14,-1-3 1,0-1 0,0 0 0,0 14 1,0-2 113,-2-9 1,0-4-2380,-1 15 2274,0-29 0,1-20 0,1-9 0</inkml:trace>
  <inkml:trace contextRef="#ctx0" brushRef="#br0" timeOffset="15217">3481 7209 9145,'-59'11'1348,"0"-1"1,0 1 0,9-2 0,2 0-1,7-2-642,-17 3 268,11-4 51,6-1 12,1-1-421,16-3-303,13-1-167,13 0-23,5-3 168,22-3-5,22-5-177,-8 2 0,5 0-521,-7 1 0,2 1 0,4 0 437,3-2 0,6 1 0,0-1 1,-3 1-713,1 0 0,-3 1 0,5-1 694,-8 2 1,4-1 0,1 0 0,0 0 0,-3 1-488,-1 1 1,-3 0 0,1 0 0,2 0 485,0 0 1,2 0 0,1-1 0,1 1 0,-1 1-305,2-1 1,1 0 0,0 1 0,0-1-1,1 1 305,1 1 1,1-1 0,0 1 0,0 0 0,1 0-5,1 1 1,0-1-1,1 1 1,0 1-1,1-1-157,1 1 1,0 1 0,0-1 0,1 1 0,0 0 149,-9 1 0,-1-1 0,1 1 1,0 0-1,1 0 0,-1-1-49,2 1 1,0 0 0,-1 0 0,2 0 0,1 0 0,1 0 59,-6 0 0,2 0 0,0 0 0,2 0 0,0 0 1,-1 0-1,0 0 0,-1-1-17,3 1 0,0 0 1,-1-1-1,0 1 1,-1-1-1,1 1 0,-1-1 16,0 0 1,-1 1-1,1-1 1,-1 1-1,1-1 1,-1 0-1,0 0 2,-1 0 0,1 0 0,-1 0 0,1 0 0,-2 0 0,0-1 0,-1 1-13,10 0 0,-1 0 0,-2-1 0,1 1 1,3-1 10,-11 1 0,1-1 1,1 1-1,1-1 1,0 0-1,1 1 0,0-1 6,5 0 1,2 1 0,1-1 0,-1 0 0,-1 1 0,-1-1 0,-4 0-3,2 1 0,-4-1 0,-1 1 0,1-1 0,5 0 8,-3 1 1,6 0-1,2-1 1,0 1-1,-2 0 1,-5-1-1,-7 1-9,9 0 1,-8 0-1,6 0 31,-2 0 1,7 1 0,2-1 0,-2 1 0,-6 0-34,4 0 1,-6 1-1,3 0-80,0 0 0,3 0 0,1 0 1,-5 1-1028,3-1 0,-3 1 1,-2-1 1099,-2 0 0,-1 0 0,-8 0 0,15 1 0,-35-3 0</inkml:trace>
  <inkml:trace contextRef="#ctx0" brushRef="#br0" timeOffset="16459">3280 5816 16112,'-50'3'1473,"1"0"0,3 0 1,12-1-1133,26-2 465,-1 1-380,3 0-123,1-1-168,3 0-107,1 0 16,5 1 96,7 2 12,15-1 27,22 0-107,-12-4 1,3-1-870,13-2 1,3-2 829,-11 1 1,2-1 0,1-1-14,6-1 1,1-1-1,1 0 0,3-1 1,1 1 0,-1-1-572,1 0 1,0 1-1,0-1 562,-3 1 0,0 1 1,-1 0-5,-3 0 1,-2 2-1,0 0-80,-3 1 0,-1 1 1,-1 1-1153,16-1 1,-2 2 1224,-3 3 0,-4 1 0,5 1 0,-15 2 0</inkml:trace>
  <inkml:trace contextRef="#ctx0" brushRef="#br0" timeOffset="17928">3190 9700 13289,'-53'19'1559,"0"1"0,4-3 0,12-2-1044,27-9-324,4-2 773,12 1-259,16-4-167,23-2-373,-10-2 0,2-1-623,10-2 0,4 0 522,8-2 0,4-1-628,-16 2 0,1 0 0,1 1 590,4-2 0,2 0 0,0 0 0,6 0 0,0 0 1,-1 0-20,-10 1 1,-2 1-1,5-1 4,-4 1 0,4-1 1,3 0-1,-3 1 0,-5 0-4,1 1 1,-4 0 0,7-1 3,0 2 0,9-2 0,4 1 0,1-1 1,-1 1-1,-6 1-495,-5 1 0,-4 1 0,-1 0 0,2 0 0,4 0 486,-3 0 0,4 0 1,1 1-1,2-1 1,-1 0-1,0 0 1,-1 1-263,4 0 1,-1 1-1,0-1 1,0 1-1,0-1 1,1 1 288,2 0 0,0 0 0,0 0 0,1 0 0,0 0 0,-1 0 5,-7 0 0,0 0 1,-1 0-1,1 0 1,0 0-1,1 0 1,-1 0-124,1 0 1,0 0 0,0 0 0,0-1 0,0 1 0,1 0 0,-1 0 128,2 0 0,0-1 0,-1 1 0,1 0 0,0-1 0,0 1 0,0-1-53,2 0 1,-1 1-1,0-1 1,0 0-1,1 0 1,-1 0-1,1 0 43,1 0 1,0-1-1,0 1 1,0-1-1,1 1 1,-1-1-1,0 0-13,1 0 1,0 1 0,0-1-1,0 0 1,-1 0 0,1 0-1,0 0-9,0 0 1,0 0 0,-1 0 0,1 0 0,-1 0 0,1 0 0,-1 0 0,-1 0 1,-1 1 0,1-1-1,-1 0 1,1 0 0,-2 0-1,1 1 2,-3-1 0,0 1 0,-1-1 1,0 1-1,0 0 0,0 0 1,-1-1-4,5 1 0,0 0 1,-1 0-1,0 0 1,-1 0-1,-1 0-21,5 0 1,0 0 0,-1 1 0,-1-1-1,-2 0-126,6 1 0,-2-1 0,-1 1 0,-3 0-2115,7 0 1,-3 1 0,-5 1 2253,5-2 0,-8 1 0,3 3 0,-37-3 0</inkml:trace>
  <inkml:trace contextRef="#ctx0" brushRef="#br0" timeOffset="18528">3106 8814 10310,'-3'0'8530,"1"0"-6043,2 0-1950,9-7-127,12 2-91,21-7-61,20-1-522,-24 5 0,3-2 323,6-2 0,2 0-616,5-2 1,1 0 558,3-2 1,1 2-20,-1 0 1,0 1-552,-3 2 1,-1 0-184,-5 3 0,-1 2-1789,-6 1 0,-2 2 2540,20-1 0,-26 4 0,-18 0 0</inkml:trace>
  <inkml:trace contextRef="#ctx0" brushRef="#br0" timeOffset="19429">3636 12023 10069,'-45'7'1677,"0"-1"1,0 1-1,-16 2 1,10-2-418,18-4 555,4-2-1445,9 0-180,7-2 84,27-9-117,0 4 123,35-13-149,-2 7 1,3 1-1083,-10 1 1,4 0 978,5 0 0,5 0 0,-1 1 0,9 0 0,0 1-10,-8 1 1,2 0 0,4 1-2,-4 1 0,3 0 0,1 1 0,-2 0-3,-2 1 0,0-1 0,-1 1 0,1 0-440,-1 0 1,0 0 0,1 0 0,0 0 432,4 0 0,1 0 0,0 1 0,-1-1 4,-7 1 0,-2 0 0,2 0 0,6 0 8,-4 0 0,5-1 1,4 0-1,2 0 0,-1 0 1,-3 0-1,-4 0-448,-1 1 0,-4-1 1,-1 1-1,1-1 1,5 0 440,-6 0 1,6-1 0,2 1-1,2-1 1,-1 0 0,-3 0 0,-3 0-1,-6 0-341,5-1 1,-7 1 0,0-1 0,5 0 341,1 0 0,5-1 0,2-1 0,2 1 0,1-1 0,-1 0-94,-4 0 0,2 0 0,0-1 0,0 1 0,1-1 0,-2 1 0,-2 0 83,2 0 1,-3 0 0,-1 0 0,1 0 0,3 0 0,5 0-24,-8 0 0,5 0 0,4-1 1,2 1-1,1-1 0,0 0 1,-2 1-1,-3-1 0,-3 2 1,-6 0 24,9-1 1,-8 1-1,-2 1 1,2-1-1,7 0-1,-6 1 1,4-1 0,3 0 0,3 0 0,1 0-1,0 0 1,-1 0 0,-3 0 0,-4 1-3,-1 1 1,-3-1-1,-2 1 1,-1 1 0,1-1-1,2 0 1,3 0 1,-4 0 0,3 0 1,2 0-1,2 0 1,0 0-1,0 0 0,0 0 1,-2 0-1,-2 1 1,-3-1-17,5 0 1,-3 0 0,-3 1 0,0-1 0,0 1 0,3-1 0,2 1-76,1-1 1,4 0 0,3 0 0,0 0 0,1 0 0,-1 0-1,-3 0 1,-4 0 0,-5 0-721,5 0 0,-6 1 1,-3-1-1,0 0 1,3 0 807,0 1 0,3-1 0,1 0 0,-1 0 0,-4 0 0,-7 0 0,4 0 0,-6 1 0,-6 0 0,22-3 0</inkml:trace>
  <inkml:trace contextRef="#ctx0" brushRef="#br0" timeOffset="20078">3101 10908 19899,'42'-32'434,"1"1"0,0 7 0,4 1 0,-1 6-325,7 5 0,0 4-355,-12 0 0,2-1 1,2 0 319,15-2 1,2 0 0,-5 0-709,-10 3 1,2-1 679,2 0 0,7-1 1,1 0-1,-6 2-391,10-2 1,-2 2 366,-6 1 1,4-1-1,-5 2-8,1 1 0,-6 2-112,-14 2 0,-4 3-2820,-2 11 2918,-31 5 0,-5-4 0,-4-4 0</inkml:trace>
  <inkml:trace contextRef="#ctx0" brushRef="#br0" timeOffset="21550">4011 13659 15283,'-20'5'3361,"67"-7"-3165,-1-1 0,8-1-1245,-1 0 0,4 0 1,1-1 1102,2 0 0,-1 1 0,0-1-374,-10 1 1,0 0 0,3 0 349,-4 0 0,3 0 1,2 0-1,0 0 0,-3 0-246,1 0 0,-3 1 0,1-1 1,4 0 238,4 0 1,5-1-1,1 1 1,1-1-1,-2 1-299,-5 1 1,0-1-1,-1 1 1,1-1-1,0 1 301,4 0 1,1 0 0,0 0 0,0 1 0,1-1-105,-8 1 1,1 0-1,0 1 1,0-1 0,1 1-1,0-1 102,2 1 0,0-1 1,1 1-1,0 0 1,0 0-1,0-1-76,-6 1 0,0 1 0,1-1 0,-1 0 0,1 0 0,0 0 0,0 0 65,2 1 0,-1-1 0,1 0 0,0 0 0,0 0 0,0-1 0,1 1-31,0 0 0,0-1 0,1 1 1,0-1-1,0 1 0,0-1 1,0 0 26,0 0 0,1 0 0,-1 0 0,1 0 0,0-1 0,0 1 0,-1-1 12,1 0 1,-1 0-1,-1 0 1,1 0-1,1 0 1,0-1 0,2 0-12,0 0 1,1 0 0,2-1 0,1 0 0,-1 0-1,-2 0 1,-1 1 0,-4-1-8,2 1 1,-4-1 0,-1 1 0,-1 0 0,1-1 0,4 0 1,-5 1 0,3-1 0,2 0 0,1-1 1,-1 1-1,-1 0 0,-3 0 0,-3 0 4,7 0 0,-4 0 0,-3 0 0,2 1 0,1-2-12,-1 1 0,2 0 0,0 0 1,1 0-1,-1-1 0,-1 1-59,6-1 0,0 1 1,0-1-1,-2 1 1,0-1-364,-6 1 0,1 0 0,-2 0 1,0 1-1,-1-1 408,9 0 0,0 0 1,-3 0-1,-5 0 0,12 0 1,-8 0-1,-12 2 0,-1-1 1</inkml:trace>
  <inkml:trace contextRef="#ctx0" brushRef="#br0" timeOffset="22088">3582 12954 9789,'-3'-1'7091,"0"1"-3736,3 0-3327,-46-9 140,39 7 280,-10-8-258,64 5-143,-5 1 1,1-1-1078,-4-1 1,0 1 1034,3-2 1,2-1-59,7 0 0,2-1-415,6-1 1,3-1 467,-5 2 0,4-1 0,-6 2 0,-5 0 0,-4 1 0,-2 0 0,0 1 0</inkml:trace>
  <inkml:trace contextRef="#ctx0" brushRef="#br0" timeOffset="25338">10971 6323 10982,'-5'0'576,"2"0"696,3 0-869,-24 5 555,21-3 347,-11 3-448,37-4-314,16 1-128,20-2-684,-22 1 1,2 0 349,6-1 0,2 1-560,5 0 1,3 1 514,5 0 1,2 1-13,-17-1 0,1 1 1,1 0 14,4 0 0,2 0 0,0 0-643,7 0 1,1 0 0,1 1 632,-9-2 0,1 0 1,0 0-1,-1 0-18,7 1 0,-1-1 1,6-1 0,-15 1 0,4-2 0,3 1 0,2 0 1,-2 0-1,-3-1-429,0 1 0,-3 0 0,0-1 1,2 0-1,3 1 423,-2-1 0,3 0 1,3 1-1,0-1 1,1 1-1,-1-1 1,-2 0-188,5-1 0,-1 1 1,0-1-1,0 1 1,0-1-1,1 0 193,-7 0 0,0 1 0,0-1 0,1 0 0,0 0 0,0 0 0,1 0-114,0 0 1,1 0 0,-1-1 0,1 1 0,0-1 0,0 1 0,0-1 106,0 1 1,0-1 0,0 1-1,1-1 1,-1 1 0,0 0-1,0-1-42,-1 1 1,1-1 0,-1 1-1,1 0 1,-1-1 0,0 1-1,0 0 43,-2 0 1,1 0-1,-1 0 1,0 0-1,-1 0 1,1 0-1,0 1-18,7-1 1,1 0 0,0 1 0,-1-1 0,-2 0 0,-1 1-22,-2-1 0,-3 1 1,-1 0-1,1 0 1,3 0-176,-6 0 1,3 1 0,2 0 0,0 0 0,-1 0 0,-2 0 0,-3 0-249,13 1 1,-4-1 0,-1 1 0,5 0 1,-9-1 0,3 1 1,1 0-1,1 0 1,-1 0-1,-4 0 454,1 1 0,0-1 0,-3 0 0,-3 0 0,-3 0 0,3 0 0,-5-1 0,-1 1 0,13 1 0,-1-1 0</inkml:trace>
  <inkml:trace contextRef="#ctx0" brushRef="#br0" timeOffset="26062">17486 6441 11172,'-8'0'4817,"1"0"-3702,7 0 1590,0 0-2150,-59-23-376,49 15-67,-34-18 39,81 20 6,26 0-87,-20 2 0,5 0-1175,2 1 1,4-1-1,-2 0 1113,6 0 1,0 0 9,2-1 1,5 0 0,-5 1-407,4-1 1,-2 0 400,-11 0 0,1 1 0,0 0-19,-4 0 1,0 0-1,-3 0-30,6 0 0,-1 0-870,-6 2 0,2 0 0,-2 0 906,7 1 0,-4 1 0,-2-1 0,-3 1 0,13 1 0</inkml:trace>
  <inkml:trace contextRef="#ctx0" brushRef="#br0" timeOffset="27445">11326 7986 18627,'-45'10'-566,"10"-1"857,43-5 6,11 3-78,16 0-129,1-1-15,-6-4 1,4 0-482,14-1 0,4-1 467,7-1 1,4-1-665,-7 0 0,4 0 0,0-1 638,2-1 0,1 0 1,-2 0-18,-7 0 1,-1 1 0,3-1 32,-2 1 1,3-1 0,2 1 0,1 0 29,-5 0 1,2 1 0,1 0 0,1-1 0,0 1-462,-7 0 1,0-1 0,0 1 0,1 0-1,2-1 1,0 1 395,0 0 0,2 0 0,1 0 0,1 0 0,-1-1 0,0 1 0,-1 0-273,4 0 1,-1-1 0,-1 1 0,0-1 0,1 1 0,1-1 264,-7 1 0,0-1 0,1 1 0,0 0 0,0 0 0,0-1 0,1 1 0,2-1 1,0 1 0,0-1 0,0 1 0,1-1 0,0 1-1,0-1-2,3 0 1,2 0-1,-1 0 1,1 0-1,-1 0 1,-1 0-1,-2 1-147,1-1 1,-4 0 0,0 1 0,0-1-1,2 0 1,5 0 133,-11 1 0,3 0 0,3-1 1,2 0-1,0 1 0,0-1 1,-1 0-1,-2 1 0,-3 0 1,-4 0-75,16-1 0,-9 1 0,-1-1 0,3 1 0,9 0 78,-19 0 1,4 0 0,3 1-1,4-1 1,2 0 0,1 0-1,0 0 1,-1 0 0,0 1-1,-3-1 1,-3 0 0,-4 1-4,11 0 0,-5-1 1,-2 1-1,-2 0 1,1 0-1,1 0 1,4 0-49,-7 0 0,3 0 0,1 0 0,1 0 1,1 0-1,0 0 0,-1 0 0,-1 0 1,-2 0-1,-2 0-378,8 0 1,-2-1 0,-2 1 0,-1 0-1,0 0 1,-1 0 0,0 0 431,6 0 0,0 0 0,0-1 0,-2 1 0,-3 0 0,-5 0 0,15-1 0,-6 1 0,-3 0 0,-13-1 0,0 1 0,-1-1 0</inkml:trace>
  <inkml:trace contextRef="#ctx0" brushRef="#br0" timeOffset="28212">11704 10429 12349,'-6'1'2452,"0"0"-1533,6-1 241,0 0-684,-29 9 330,31-7-184,-10 7-325,57-9-213,-10-3 0,5-2-809,15-1 1,5-1 746,-10 0 1,2-1-1,3-1-730,-9 2 0,2 0 0,1-1 0,1 0 708,7 0 0,1 0 0,0 0 0,-2 0-4,-9 2 0,-2-1 0,1 1 0,4-1-235,-3 1 1,4 1 0,2-1 0,2 0 0,-1 0-1,-1 1 237,-2 0 0,0 0 0,0 1 1,-1-1-1,1 0 0,0 1-244,0-1 0,-1 1 0,0-1 0,0 0 0,1 1 0,2-1 246,-2 1 0,1 0 0,2-1 0,0 1 0,-1 0 0,-2 0 0,-2 0-122,5 0 1,-3 0 0,-1 0 0,0 0-1,4 0 122,0 0 0,3-1 0,1 1 0,2-1 0,-1 1 0,0 0-2,-8 0 1,1 0-1,-1 0 1,1 0-1,0 1 1,0-1-1,0 0-2,2 0 1,0 0 0,0 0 0,0 0 0,1 0 0,-1 0 0,1 0-35,0 0 0,1 0 0,0 0 1,0 0-1,0 0 0,0 0 0,0 1 39,1-1 1,-1 0 0,1 1-1,-1-1 1,1 1 0,0-1 0,-1 1 0,0 0 0,0-1 1,1 1-1,-1 0 1,-1 0-1,1 0 0,0 0-2,-1 0 1,0 0 0,0 0 0,0 1 0,-1-1 0,1 0 0,-1 1-5,-2 0 1,1-1 0,-1 1 0,0 0 0,0 0 0,-1 0 0,0 0-3,8-1 0,-1 1 1,0 0-1,0 0 1,-1 0-1,0 1-25,-3-1 0,0 1 0,-1 0 1,1 0-1,-2 0 0,0 0-148,8 0 1,-1 0 0,0 0 0,-1 0 0,-1 1-855,-4 0 0,-1 0 1,0 1-1,-2-1 0,-1 1 1033,2 0 0,-1 0 0,-3 0 0,-4-1 0,18 2 0,-10 0 0,2 1 0</inkml:trace>
  <inkml:trace contextRef="#ctx0" brushRef="#br0" timeOffset="28895">12022 12246 8881,'-57'0'1478,"0"-1"1,-2 1 0,6 2-555,5 5-123,-11 2-381,9 0-453,18-3 190,19 0 851,41-4-650,2 0-39,8-1 1,6-2-400,-2 0 0,2 0 225,5-1 1,6 0 0,-2 0-785,-1 0 0,-1-1 0,0 1 659,-1 0 1,1-1-1,1 0 13,2 0 1,0-1 0,0 0-10,-7-1 1,1 1-1,1-1 1,-1 0 0,2 0 1,2-1-1,0 0 21,3 0 0,1-1 1,1 1-1,4-2-16,-7 2 1,3-1 0,2 0 0,1 0 0,-2 0 0,-3 1-26,8-2 1,-4 1 0,1 0-1,7 0-310,-12 1 0,6-1 0,3 0 0,2 0 0,1 0 0,-3 0 0,-4 1 0,-7 1 310,10-1 1,-9 0 0,1 1-1,6 0-208,-10 0 1,5 0-1,3 0 1,2 0-1,0 0 1,0 0-1,-3 0 1,-4 1 209,12 0 1,-4 0 0,-2 0 0,2 0 0,4 0-134,-9 1 1,2-1 0,3 1 0,2-1 0,-1 0 0,-1 1 0,-2-1 0,-3 1 127,0 0 1,-3 0 0,-2 0 0,0 1 0,1-1 0,3 0-50,3-1 1,3 1 0,1-1-1,1 1 1,-1-1 0,-4 0-1,-3 1-128,10-1 0,-5 0 0,-1 1 0,3-1-399,-5 0 1,2 0-1,0 0 1,1 0 0,-2 0 573,-3 0 0,1 0 0,-1 0 0,-3 1 0,-4-1 0,3 1 0,-6 0 0,-1 0 0,10-1 0,-1 0 0</inkml:trace>
  <inkml:trace contextRef="#ctx0" brushRef="#br0" timeOffset="30046">16814 11756 13099,'-44'-7'2305,"0"-1"1,5 2 0,9 1-1707,22 1 443,5 3-762,1-1-44,6 1-12,11-2-101,21 0-92,-6 0 0,4 0-629,12-1 1,4 0 615,-9 1 1,3-1 0,1 0-546,7 0 1,3-1 0,1 0 544,-8 1 0,2 0 1,0 0-1,-2-1-11,6 1 1,-1 0-1,5-1 8,-9 1 1,5 0 0,2-1 0,-2 1 0,-4 0 19,12-1 1,-5 1-1,4-1-395,-1 0 1,4 0 0,-1 1 0,-4-1 426,-1 0 1,-5 1-1,-2 0 73,12-2 0,-7 2 112,-15 0 0,-5 0 426,5 0 463,-25 2-513,-11-2 898,-1-1-1548,2-3 2197,3 1-2270,19 1-163,2 4-1876,18 7 1286,-1 4 0,-21-2 0,-5 0 0</inkml:trace>
  <inkml:trace contextRef="#ctx0" brushRef="#br0" timeOffset="31615">13421 3303 18369,'-45'-17'913,"1"0"0,4 1 0,15-2-711,57-20-152,-3 14 1,5 0-2072,18-9 0,3 1 2015,-7 5 0,5 0-73,-9 8 1,5-2 0,2 1 0,-4 2-223,1 0 1,-3 2-1,4 0-427,-1-1 0,4-1 0,1 1 0,-4 2 691,4 0 0,-3 2 1,-4 2-1,-4 0 0,-5 1 1,19 0-1</inkml:trace>
  <inkml:trace contextRef="#ctx0" brushRef="#br0" timeOffset="32158">13163 3782 18207,'53'-34'547,"0"0"0,0 0 0,0 2-483,-9 7 1,1 0-1570,10-3 1,0 0 1504,-8 5 0,4-1-3,-10 4 0,6-2 0,0-1 0,-2 2-8,1-1 0,-3 1 0,4-2-276,-1-1 1,4-1 0,-1-1-1,-3 1 221,2-2 1,-4 1 0,-3-3-43,-4-4 0,-3-2 0,-5 2 73,-1 3 1,-7 0 8,-5-5 1,-12 2-42,-33 7 162,-19 4 28,12 10 1,-2 0 386,-5 1 1,0 2-287,-2-1 0,0 0 30,1 1 1,1-1 0,2-1 0,1-1-34,3 0 0,1-2-39,1 0 1,1-1-4,2 0 0,2 1 1788,-22-10-1643,14 7 910,15 7-1268,13 5 23,18 3 16,18-1-1330,9-1 1,3 0 1330,23-3-12,-4 1 0,2 0-366,-13 3 0,-1 1 366,13 0 1,0 3 16,-2 3 1,-2 3-1,-7 3 0,-3 4-27,-8 5 0,-5 5 58,-9 4 0,-7 4 0,-8 5 0,-8 2-211,-6 3 1,-4 1 160,-4 2 0,-2-1-82,2-1 0,1-1-484,5-3 0,5-2-1661,7-3 0,5-3 2235,13 16 0,-2-21 0,-6-13 0</inkml:trace>
  <inkml:trace contextRef="#ctx0" brushRef="#br0" timeOffset="33259">15330 2819 22251,'22'-36'74,"0"0"1,1 6 0,0 13 43,12 44-12,0 19-44,-20-17 0,-3 2-6,-2 1 0,-3 2 42,-7 7 0,-4-2-9,-4 13 28,-4-20 1,-3-2 218,-8-4 140,-4-3-89,7-15-208,7-19-106,8-16-40,6-19-11,5 7 1,2-3-1,1 1 1,1-2-237,4-9 1,0 1 233,-5 15 0,1 2-1566,2-6 1,0 3 1579,-1 4-496,16-19 462,-16 38-11,18-4 5,-10 15 301,20 5-323,4 7 17,16 9 11,-22 0 0,-1 2 1220,-7-1 1,-2 0-1221,20 21 794,-28-3-761,-18-9 2,-11 4 32,-10-11 101,-12-13-118,10-12 752,-1-17-757,16-11-45,8-12 5,7 14 1,3 0 22,16-21-28,3 3 6,4 13-18,-6 13 7,8-2-6,0 9-12,9 8 12,-3 12 0,-1 5 5,-1 17-39,-4 14-5,-4 5-617,-6 9 617,-17-20-73,-7-4-203,-1-11 46,2-7 185,1-6-51,21-26 118,5-7 34,10-10 5,-14 11 0,0-1 20,-3 4 0,0 0 56,6-9 0,0 0 109,8-13 16,-10 7-88,-22 23 475,-6 7-627,-9 8-17,-2 10 45,-5 8-22,5 20 22,6-9-11,11 14 5,9-13 17,10 6 12,18 2-18,-11-15 29,22-3 28,-11-18 55,-4-14 1,-1-4-50,8-5-26,-13-5 0,-4-5 36,-10-14-50,-9 13 0,-1 1-6,1-20 34,-6-9 28,-9 14 45,-13-12-95,0 21-9,-8 16 0,-6 5-2,-20 7-249,21 4 0,-1 3 223,-1 4 0,0 5-30,-20 24-18,6 8-153,27-13 0,6 2-1057,7 25 158,12-10-2457,12-10 1,6-2 3559,11 3 0,5 5 0,-18-26 0</inkml:trace>
  <inkml:trace contextRef="#ctx0" brushRef="#br0" timeOffset="34276">17632 2349 18513,'-32'-34'571,"0"1"1,1-1-1,-15-11 1,2 10 801,-11 21-1233,0 13-79,4 14-44,7 14 5,8 13 12,7 10-17,13-9-12,10-8 1,4-1 0,13 11 16,4-9 0,5-3 12,15 1 22,-4-16 0,2-5 140,17-10-112,-18-6 0,-1-6-11,-1-4 0,-2-5 13,-2-8 1,-3-3-51,-2-6 1,-4-4-220,-2-5 1,-3-1 207,-3-7 1,-2-1-1,-3-4 0,-1 2-17,-1 11 1,-1 0 91,0-14 1,-2 4 27,0 4 8,0 12 0,-3 2 1021,-5 9-1065,1 6-18,0 11-144,5 18 1028,2 16-699,0 21-182,2-11 0,2 2 116,2 7 0,4 1-166,3 2 1,3 0-23,-2-9 1,4-1-106,16 11 1,4-4-54,-10-15 0,2-3-270,11 9 0,1-4 120,-8-13 0,-3-4 411,9-2 120,3-29 367,-28 2-120,7-27-67,-12 11-96,-1-8 28,-4 4-177,-2 13 339,-8 2-632,-1 13 354,-7 1-337,3 6 326,2 8 481,5 6-408,9 10-397,4-1-73,31 9 502,1-14 162,11 1-321,-20-13 1,0-3 123,2-10-232,9-9 523,-27-11-155,-13-7-91,-12-4-569,-10 2-265,-11 6 67,-4 8 91,-1 13 341,0 10 169,3 11 993,6 8 134,6 11-1268,8 7-21,6 8 0,8 8 0,14 5 0,-1-28 0,5-1-185,8 1 1,5-2-312,6-2 0,5-3 56,3-4 0,2-4 152,0-4 1,0-6 159,-4-7 0,-1-7 185,-4-4 1,-2-6 84,-2-7 0,-4-3 125,-7 5 1,-1-4-232,-4-4 1,0-6-1,-3 1-180,-1-11 1,-2-2-319,-1 2 1,0-4 0,-2 0 377,-5 6 0,-2 1 0,0 0-15,-2 1 0,-1 1 1,-1 1-161,-4-14 0,-4 3-218,-1 10 1,-4 4 223,-2 9 1,-2 5-123,-19-7 165,2 17 622,4 18-552,3 17-68,3 18 44,3 23 166,13-20 0,2 2 21,3 11 1,3 1-39,2-8 1,4 3-105,8 6 0,5 5 0,3-2-179,-1-13 1,2-2 0,2 3-931,2 2 0,2 4 1,1 0-1,-1-4 7,2-2 0,-2-3 0,2 0 1225,2 3 0,0 0 1,-4-6-1,6 10 0,-2-3 1</inkml:trace>
  <inkml:trace contextRef="#ctx0" brushRef="#br0" timeOffset="42742">19359 3818 17490,'0'-7'3058,"0"2"-2347,-24-31 1,-13-6-56,-4 11-918,12 3 1,-4-5-1,1 8 542,-26 12 30,4 13-271,12 13 235,15 10-252,16 8-11,18 4 0,11 7 12,12 3 606,6 3-629,2 0 194,-8-10-186,-9-12 0,1-1-2,12 7-6,-10-10 0,1-1-6,16 5 12,-12-9 84,-6-5-34,-16-7 106,-26 0-100,-16-4-20,3-1 0,-3-1-636,-4-1 0,0 0 588,7 0 1,0 0 5,-12-1 0,3 0-118,-7 1-559,-11 5-505,34 2 1182,9 8 0,12-8 0,1 3 0</inkml:trace>
  <inkml:trace contextRef="#ctx0" brushRef="#br0" timeOffset="43099">19897 3864 18537,'5'-6'3927,"-2"2"-3448,11-24 0,-1-5 131,-9 9-448,8-12 1,-7 3 33,-28 21-56,-16 10-50,-15 15-57,21 0 1,0 2-312,-3 6 1,0 3 297,1 2 0,3 2-9,3 1 0,4 1 0,5 0 0,4 1-187,0 30-384,26-6-1176,26-5-583,-5-29 0,5-4-843,8-2 0,4-4 3162,10-3 0,-2-3 0,-22-2 0,-2-1 0,26-3 0</inkml:trace>
  <inkml:trace contextRef="#ctx0" brushRef="#br0" timeOffset="44659">20348 3848 15720,'8'-53'1488,"0"-1"1,1 1 0,-2 4 0,0 0 0,0 4-744,-2-6 0,0 5-420,1-12 162,0 1-296,-3 41 50,0 1-247,-2 13 17,1 13 0,-2 21 17,-6 27-25,1-19 0,-1 3-500,-3 6 0,-2 2 494,-2 3 1,-1-1 7,0 1 1,1-2 8,0-3 0,1 0 5,4 0 1,1-4-14,-2 12 44,8-6 157,6-40 0,5-10-151,7-20-11,6-17 34,5-14-37,-13 22 0,1-1-242,0-1 0,0 1 228,2 1 0,0 2 959,18-17-959,6 8-28,-15 19-5,6 6-6,-10 17-12,8 8 6,3 12-55,4 10 343,0 5-1004,-3 3-780,-4-2-542,-5-8 33,-4-11 773,-2-12 957,-2-14 561,-4-11 583,-2-9 514,-6-5 147,-3 0-225,-4 4-370,-3 5-324,-1 7-398,1 4 45,1 4-213,4 2-6,5 2-10,2 0 32,24 2-4,16-1-24,-2-1 1,5-4 56,-5-13-51,-19 3 68,18-24-51,-33 18 96,-3-25-68,-20 20-34,-11-8 18,-12 13 16,-4 6-17,-1 7-44,10 3 11,0 8-17,5 25 0,8-8-11,1 20-85,15 7-172,9-2-331,-1-12 0,3-1-183,5-6 1,3-3-269,3-1 0,3-2-922,7-4 0,3-5 1182,-2-4 1,-1-4 369,30-2 210,-30-10 0,-2-3 1101,15-15 889,6-14 206,-28 7 0,-3-2-1219,2-7-106,-4-13-101,-16 35 678,0-6-778,-4 9 37,1 0-447,0 12-16,1 28-23,-1 6 0,0 26-5,1-22 0,-1 0 5,0 13-17,-2 14 23,1-34 101,-1-1 106,2-13 5,0-34-145,5-6-61,0-18 5,3 7 61,5-7 18,3-3-49,4 11 1,1 1-42,12-10-11,6 2-1,-15 32 1,0 8-29,1 7 18,9 10-1,-3 8-11,0 21 12,-14-3 5,-4 1-6,-12-5 17,-3-13 34,-1-1 62,1-13-130,2-10 51,6-15 6,4-8-3393,13-20 3365,-5 12 5,20-16 23,-14 28-40,6-4-44,-5 15-6,-8 7 0,3 8 22,0 5 3348,4 10-3555,2 4-297,5 2-246,4 1 78,8-2 42,-10-13 1,1-1 433,13 2 171,-11-6 1,-1-3 24,4-5 191,3-6 95,-11-8 263,-3-10-291,-12 6 252,2-9-61,-13 9 16,-13-5-279,-12 9-74,-8 4 56,-16 12-38,7 8-40,-8 6-45,11 7 6,12 4-17,11 0 16,14-1 12,22-2-28,-2-11 45,23-4 39,-9-14 123,12-16 85,-12-7 60,-5-10-195,-18 10-3095,-7-7 3055,-5 19 175,-1-7-304,0 18-27,2 2 28,0 9 17,7 10-62,4 12-1445,4 30-303,-6-11 1804,-9-3 0,-3-3 0,-1-14 0,-6 13 0</inkml:trace>
  <inkml:trace contextRef="#ctx0" brushRef="#br0" timeOffset="45032">18874 4652 21875,'55'-10'356,"-1"1"0,1-1 0,-2 2 0,5 0 1,2 0-1,1 0 0,-3 1-1675,4 0 1,-3 1 0,2 1-1,4-1 1335,-13 1 1,4-1 0,1 0 0,2 0 0,0 1 0,0-1 0,-2 0-130,-1 1 1,-2 0-1,0 1 1,0-1-1,1 0 1,1 0-1,2 0 94,2-1 1,1 0 0,2 0 0,1 0 0,0-1 0,0 1 0,-2 0 0,-1 0-154,0-1 0,0 1 1,-1 0-1,-1 0 1,0 0-1,-1 0 0,1 0 45,-3 0 1,1 0 0,-1 0-1,0 0 1,-1 1 0,-1-1 0,-2 0-631,10 0 0,-1-1 0,-2 0 0,-3 1 1,-4 0-1625,8 0 1,-5 0-1,0 0 2464,2 0 1,0-1-1,-6 2 1,-7 0 0,-7 0-1,-2 0 1</inkml:trace>
  <inkml:trace contextRef="#ctx0" brushRef="#br0" timeOffset="45299">20321 4460 4203,'-62'12'1051,"0"0"0,1-1 0,-1 1 0,0 0 1,8-1-1,1-1 0,1 1 0,1 0 0,3 0-773,-2 1 1,2 0 0,2 0 0,5 0 177,-15 7 1,9-1 2604,0 6-1723,73-7-1033,4-13 1,7-5-125,4 1 0,6-2 1,3 0-341,8-2 0,3-1 0,3 0 258,-8 0 1,2-1-1,2 1 1,0 0-234,-5 0 1,0 1 0,2 0 0,0 0 0,1 0 155,-6 1 0,0 0 1,1 0-1,1 0 1,0 0-1,0 0-68,3 0 1,1 1-1,0-1 1,0 1-1,1 0 1,-1-1 57,1 1 0,1 0 0,-1 0 0,0 0 1,0 1-1,0-1-107,-2 0 1,-1 0 0,1 0 0,-1 1 0,-1-1 0,0 0 99,6 0 1,-1 0 0,0 1-1,-2-1 1,-1 0 40,6-1 1,-1 1 0,-3-1 0,-2 1-25,5-1 1,-2 1 0,-6-1 21,6 0 1,-9 0 1393,3-1-2222,-46 1-572,-39-2 1356,-12 0 0,7 1 0,10 2 0</inkml:trace>
  <inkml:trace contextRef="#ctx0" brushRef="#br0" timeOffset="46343">19123 1485 11631,'-35'-44'464,"1"1"0,0 0 1,0-1-1,-1 1 0,-4-7 1,0 0-1,-2 5 0,-1 9-285,-10 10 1,-3 9-1,-2 3-1400,6 2 0,-1 1 0,-3 1 1,-2 1 1339,-1 0 1,-2 1 0,-2 1 0,-1 1 0,0 2-179,7 3 0,-1 0 0,0 2 0,-1 1 1,0 1-1,0 1 130,-2 1 0,0 1 0,0 2 0,0 0 0,-1 2 0,1 1-107,-1 1 0,1 2 1,-1 0-1,1 2 1,-1 1-1,1 0 53,1 2 1,-1 1 0,1 0 0,0 2 0,0 0 0,1 2-135,1 0 1,0 2 0,1 0-1,0 1 1,1 1 0,0 1 221,1 0 1,1 1-1,0 1 1,1 1-1,0 0 1,1 1-1,2 0 1,0 1-1,1 0 1,1 1-1,0 1 1,1 0-32,2 0 1,1 1 0,0 0-1,1 1 1,1 0 0,1 1 8,1-1 0,1 0 0,1 1 0,1 1 0,1 0 0,0 0 25,-3 7 1,0 2 0,2-1-1,1 0 1,2-1-16,0 0 1,2-2 0,3 1 0,2 3-11,4 1 0,2 3 0,2 2 0,4-2 0,6-4 134,5 7 0,9-3 0,4 1-175,2 1 0,3 4 0,4-2 0,5-7-24,5-6 1,6-7 0,9-3 3,3-6 0,9-3 1,5-2-1,2-2 1,-4-4-3,-7-4 0,-1-4 0,-1-1 0,3-2 0,4 1 3,-3-1 0,4 1 0,3-1 1,1 0-1,0-1 0,-1-2 1,0-2 2,-4-2 0,0-2 1,0-1-1,0-2 1,0 0-1,0-1 1,0 0 13,4-2 1,0-1 0,0 0 0,1-1 0,-1-1-1,1-1 1,-1 0-29,-5 0 1,0 0-1,0-1 1,0 0-1,0-1 1,-1-1 0,1 0-1,0 0 16,0-1 0,0 0 0,1-1 0,-1-1 0,0 1 0,0-2 0,0 1 0,-1-1-51,1 0 1,-1-1 0,0 0-1,0-1 1,0 0 0,0 0-1,-1-1 1,0 0 47,-1-1 1,0 1 0,-1-2 0,0 0 0,0 0 0,0 0 0,-1-1 0,-1 0-6,6-4 1,0 0 0,-1 0 0,0-1 0,-1-1 0,-1 1 0,-1-1-6,-2 0 0,0 1 0,-2-1 1,0 0-1,-1-1 0,0 1 0,-2-1 34,3-4 1,-1 1-1,-1-1 1,-2 0-1,-1-1 1,-2 0-18,2-4 1,-1 1-1,-2-1 1,-4-2-1,-6-2-18,-7-1 1,-4-3 0,-3-1-1,-4 2 1,-3 2-49,1-8 1,-5 3-1,-12-1-141,-13 1 0,-11-2 0,-7 2 0,-4 9-710,-5 9 0,-6 9 0,-4 2 0,1-1 885,5 2 0,-1 0 0,-2 0 0,2 1 0,3 3 0,0 1 0,2 2 0,2 1 0,2 2 0,-14-1 0,-1 0 0</inkml:trace>
  <inkml:trace contextRef="#ctx0" brushRef="#br0" timeOffset="57850">15967 3402 19904,'-27'-26'1837,"41"-7"-1624,26 16 0,11 2-1293,-4-1 1,6-3 1180,-2 2 0,7-3 0,2-1 0,-7 3-626,-8 3 1,-4 1-1,6-2 568,3 0 0,9-2 0,4-2 0,0 0 0,-3 2 0,-7 2-348,6-2 0,-7 3 0,6-1 314,-8 2 0,5-1 1,3-2-1,2 1 0,-2 0 1,-2 2-319,2-1 0,-1 0 0,0 1 0,-1 1 0,0-1 312,1-1 0,1 1 1,-1 0-1,-1-1 1,0 2 0,-4 0 1,-1 0-1,0 0 1,0 0-1,-2 1 3,7-2 0,0-1 0,-4 1 0,-4 2 54,6-4 0,-3 1 39,-8 3 1,2-2 0,-8 3 179,7-4 1527,-25 4-1505,-19 4 1400,-1 2-1640,-3-1 2490,1 4-3117,2 0-22,0 1 1,1 1 0</inkml:trace>
  <inkml:trace contextRef="#ctx0" brushRef="#br0" timeOffset="63325">5410 2097 17333,'-5'-54'1623,"1"0"1,-6-5 0,-4 8-966,-12 16-453,-21-3-63,-7 40-682,23 9 0,0 4 1034,-22 18-284,12 8 0,2 6 52,13-9 0,3 2-433,1-2 1,0 4 0,4 0 315,2 13 0,7-1-138,8 0 0,7-1-1141,8-4 1,5-3 923,-1-12 0,6-3-129,23 3 0,8-7-344,-12-13 0,4-5 460,-2-1 1,5 0 0,-1-4 11,-4-6 1,-1-3 0,1-3 51,1-1 1,-1-3 0,0-3 110,-2-2 1,-1-3 0,-2-1 33,-3-1 0,-1-2 1,-3-2 72,10-12 0,-5-2 7,-9 2 1,-4 0-10,-8 3 1,-4 2 33,-1-15 703,-21 7-662,-23 24-79,-10 7-28,-3 13-33,-7 32-14,28 1 2740,-3 9-2768,32 14 24,14-20 0,-3-12 0,4-2 1235,26 6-1228,8-12 34,5-11 532,-2-18-469,-6-13 45,-12-17 40,-14-10 4,-14-7-74,-12 11 56,-9 14 1,-4 1 39,-19-7-118,8 12 0,-4 2 54,-27-2-80,24 18 0,1 3 8,-18 0 33,-8 15-87,15 17-30,9 8-104,14 15-263,31-2-445,19 2 132,-7-25 1,3-3-434,6-2 1,3-3 464,4-4 0,0-4 449,-7-4 0,2-4 47,18-10 1,0-7 262,-15 0 0,-2-2 40,7-2 1,-1-4 634,-6-7 0,-7-1 267,-5-9-38,2-15 26,-22 20-178,-5 9-3157,-2 9 2681,0 8 244,-1 5-736,3 8 478,3 9-247,3 12-9,6 12-172,3 9-95,4 5 33,0 1 96,-3-5 165,-5-10 3235,-5-14-3103,-2-12-86,0-18 97,3-12-173,5-16 52,6-9-17,6-2-22,4 5 6,1 10-2,-7 11 62,5 8-233,-11 9 103,8 7 162,-3 9-14,7 9-156,6 4-88,9 2-85,10-3 85,-22-15 0,2-2 15,4-1 0,0-4-165,1-3 0,-1-4 307,-2-3 1,-2-4 544,19-24-2,-13-15-456,-25 20 1,-3-2-29,-2-6 1,-3-1-32,-4-3 0,-2-1-19,-3-1 0,-2 0-1608,-1 3 1,-2 1 1491,0 5 0,-1 2-464,-8-18-15,3 17 193,4 17-1,5 10 69,4 19 74,1 1 86,5 31 83,6 10-245,-2-15 1,3 4 141,4 5 0,2 1-69,4 4 1,4 1-294,7 1 1,4-2 481,-8-18 0,2-1 0,2-1-745,1-2 0,3-1 0,0-2-1833,17 8 1,0-4 2541,-9-8 0,-4-3 1,8 1-1,-26-13 1</inkml:trace>
  <inkml:trace contextRef="#ctx0" brushRef="#br0" timeOffset="64074">7292 2011 19074,'-41'-23'1389,"0"1"0,4 2 1,12 1-1465,33-3 365,20 3 430,25 2-980,-17 10 1,2 2 315,4 0 0,2 1-473,2 2 1,0 0 408,-2 1 0,0-1 28,-4 1 0,-3 0 87,-4-2 1,-2 0 253,18-6 143,-19 1 1056,-8-7-237,-15 9-43,0-3-323,-9 8-537,1 0-378,-2 6 1202,2 0-1012,2 9-1159,8 1-624,9 6 256,12 5 442,8 5-855,-12-8 1,-1 0 1577,10 12-348,-13-10 1,-3 2-344,-7 11 567,-10 10 765,-33-4 572,2-18 139,-32-9 27,22-24-424,-3-9 3140,18-12-3772,17-7-30,21-5 261,16-3-433,3 6-14,1 9 1,3 1-100,-9 7 0,1 1 349,13-9 0,1 2 116,-8 6 0,-1 3 177,-2 0 0,0 1-168,23-9-352,-12 5 0,-15 6 0,-14 7 0,-11 3 0,-13 7 0,-9 7 0,-8 8 0,0 10 0,5 8 0,10 4 0,12 3 0,12-2 0,13-6-988,14-9-99,9-12 520,15-11 442,-21-6 449,8-15 560,-26-7 66,-2-15-341,-9-18-609,-17 8 0,-3 4 0,-11 18 0,-13 2-445,0 10-392,-15-3 259,14 13 458,6 7 336,7 8-727,7 10 632,4 12 0,4-13 1,3 2-1</inkml:trace>
  <inkml:trace contextRef="#ctx0" brushRef="#br0" timeOffset="65774">8771 2171 17894,'1'4'4571,"-1"-1"480,0-3-4361,24-7-3675,5-31 3674,11 7-348,-15-4 1,-2-6-423,0-5 1,-1 1 116,-2 7 1,-1-2-33,-3 0 0,0-3 0,-3 1 178,-2-4 0,-2 1-254,1-11 0,-3-1-252,-6-3 0,-4 2-37,-3 14 1,-3 4 1081,0 4 0,-4 4-1432,-26-9 1699,13 28-1528,-7-1 1579,15 25-881,4 17-375,2 23 56,2 1 281,6 0 0,1 2-456,2 6 452,3-2 0,3 3-145,6-10 1,3-3-63,2 2 0,1-1-145,-1-3 0,3-3 179,8-1 0,0-6-14,2-3-228,6-6 0,3-3 178,9-13 188,-10-8 0,-1-4 280,15-11-41,-17-6 1,-1-4 56,-3-1 1,0-4-119,-2-3 0,1-3 0,-2-2 71,7-12 0,-3-4-892,-10 10 0,0-3 0,-4 2 702,-2 0 1,-4-2-167,-2-19 1,-3 2-336,-7 1 71,-6 2 1,-6 3-421,-14 12 361,8 16 0,-2 3-241,-14 8-1727,5 16 2149,9 10 459,-4 35-283,11 6 59,5-20 1,2 3 664,3 19 1,3 0-531,4 7-378,2-2 1,4 1 156,-1-21 1,4-1-111,6 15 0,4 0-90,-2-11 1,2-2 59,3 1 1,4-5 1448,1-12 0,1-5-1215,12 2 102,15-14 230,-17-23 312,13-13-215,-19 1 0,-1-3 112,-6 3 1,-2 0-271,-1-1 1,-2 1 641,2-11 151,-14-5-727,-12 12-440,-6-12 411,-10 18-1307,2 10 299,-1 1-314,10 11 670,1-2-555,4 6 143,1 5 636,0-1 141,1 12 179,0-7-89,-2 9 63,-3-9 365,-4-1 251,1-2 167,0-3-426,4 0 79,0-2 36,2 1-707,1 1 0,-3 2 0,-3 3 0,-3 2 0,-4 1 0,-1 2 0,2 0 0,2 2 0,3 2 0,4 3 0,3 4 0,5 2 0,11 8-832,-1-10-217,15 8 389,-2-12 428,10 2 446,1-8 456,-2-7 302,2-15-55,4-10-917,5-14 0,-22 14 0,-1-2 0,-1-1 0,-1 0 0,15-20 0,-13 1 0,-12 6 0,-14 2 0,-12 3 0,-10 3 0,-5 3 0,3 3 0,7 6-1280,9 3-111,6 5 195,4 4 1193,8 1 849,9 6-467,11 0-372,10 4-277,8-2 192,4-3 136,0-3 146,-6-5-623,-9-3-397,-9-2 283,-9 1 210,-6 2 233,-6 4-60,-3 1-31,-3 3 40,1 6-59,2 7 134,2 12 66,5 11-118,6 12-2019,1-7 1,2 2 2136,-4-7 0,0-1 0,1-2 0,-2-3 0,-1-1 0</inkml:trace>
  <inkml:trace contextRef="#ctx0" brushRef="#br0" timeOffset="67837">4372 2912 13037,'-43'0'158,"0"-1"0,0 1 0,-4-1 0,0 1 0,8 0 839,-5 1-185,-7 1-33,37-1-368,42-3 1,23-2-59,2-1 0,8-1-1001,-10 1 1,5 0-1,4-1 1,-1-1 703,-8 1 0,2 0 0,0 0 0,0 0 0,-2 0-438,7-1 1,-2 0-1,1 0 1,6-1 412,-9 1 0,5-1 1,3 0-1,1 0 0,0 0 1,-1 0-1,-3 0-320,-3 0 0,-2 1 0,-2 0 0,1 0 1,2 0-1,3-1 315,-1 1 1,4-1-1,1-1 1,2 1 0,1-1-1,-1 0 1,-1 1 0,-1-1-161,1 1 1,-1-1 0,0 1 0,-1 0 0,0 0 0,0-1 0,1 1 166,-7 0 0,0 1 0,0-1 0,0 1 0,1-1 0,-1 1 0,1-1 0,-1 0-52,1 1 0,-1-1 0,1 1 1,0-1-1,0 1 0,0-1 1,0 0-1,-1 1 39,8-2 0,0 1 0,0-1 0,0 1 0,-1-1 0,1 1 0,-1-1-25,-2 1 1,1 0 0,-1 0 0,1-1-1,-1 1 1,-1 0 0,1 1 18,-4-1 0,1 1 1,-1-1-1,0 1 1,0-1-1,-1 1 1,-1 0 13,6 0 0,0-1 0,-1 1 0,0 0 0,-1 0 0,-1 0 12,6 0 0,-1-1 1,-1 2-1,0-1 0,-2 1 0,-5 1 0,-1 0 1,-1 1-1,-1-1 1,-3 2-11,12-2 0,-3 0 0,1 2 274,3 0 1,1 1 0,-8 1-285,-13 1 0,-4 1 663,10 0 1,-7 1-656,-17 5 1881,-17-3-2940,-6 0-7948,2-2 8979,-2-1 0,2-1 0</inkml:trace>
  <inkml:trace contextRef="#ctx0" brushRef="#br0" timeOffset="70177">11505 1568 22733,'-48'-19'692,"-1"0"0,10 5 0,7 0 103,12-2-1220,18 6-268,4-2 895,23-4 790,25-3-634,-10 7 1,7-1-1116,2 2 0,6-1 0,0 2 643,-2 0 0,0 1 0,1 1-2,1-1 1,0 0 0,0 2 110,3 0 1,0 2 0,-2 0 57,-8 2 1,-1 0 0,4 0-97,4 1 1,5 0-1,1-1 1,-2 2-902,-7-1 0,0 1 1,-1 0-1,0 1 676,-2-1 1,1 0 0,-1 1 0,0 0 106,0 0 1,0 1-1,-1 0 1,-2 1-269,7-1 1,-2 1-1,2 0 354,-5 1 0,2 0 0,1 0 0,-1 1 4,-3-1 0,1 0 0,-1 1 1,2 1-7,5 1 0,2 2 0,-1-1 0,-4 1-26,-3-2 0,-3 1 0,2 1 94,3 2 0,4 3 0,-3 0 0,-7-2-29,-6 1 0,-2 1 11,5 2 1,3 2 0,-4 0-34,-8 1 1,-3 0 40,12 10 1,-1 1-36,9 9 60,-19-11 0,-2-1 1212,5 6-1148,7 8 34,-5-5 2785,-2-2-2755,-13-8 1860,-4-3-1883,-11-10 209,-3 1-98,-1 1 88,-1 4-57,1 4 30,2 7-75,1-3-113,0-2 46,-2-8 434,0-8-163,-6-1 43,-9-4 185,-14-7 2,-2 0 37,-20-8-366,18 4 0,-1 0 284,-22-4-273,6 1 1,-1 1-170,-7 1 59,22 3 0,1 0 122,-17-5-205,16-3-149,6-2-61,7-7-265,14 2-234,6 3 304,1-4 692,1 11-611,0 0 9,-1 8 343,3 17-273,7 7-35,1 4 104,15 7 150,5-13 62,-1-5 1,3-1 238,17 3-155,-17-7 1,1-2 7,7-2 1,-1-2 816,12 2-388,5-3 1,3-3-632,-27-3 1,0-2-58,15-3 0,-1-1 0,11-10 0,-18-1 0,-1-3 0,12-11 0,-16 9 0,-3-2 0,7-14 0,-13 3 0,-12 3 0,-6 9 0,-5-7-425,-1 15-619,0-2 53,-2 13 371,1 6-135,-6 13 3825,-3 5-3135,-13 24 457,0-2 46,-1 1-438,-10 13 0,10-21 0,-2-2 0,4-3 0,-1 0 0,-4 2 0,-2-3 0,-19 0 0,-9-2 0,17-9 0,-2-2 0,-1-2 0,-1-2 0,0-2 0,0-2 0,-6-5 0,3-1 0,-15-4 0,24-3 0,3-2 0,-1-12 0,1-2-160,-6-21-1304,20 22 251,-18-26-79,21 28 599,-5-5-312,9 16 3617,4 6-2522,2 8 2038,2 9-1606,2 10-239,8 9-360,10 5-258,18 0 481,17-4-442,-15-18 1,2-2 477,-6-3 1,2-2-504,28 1 0,2-4 636,-20-3 1,0-1 31,19-3 1,-3-2-348,-24 0 0,-3-3 0,8-9 0,-1-5 0,10-15 0,-14 9 0,-1-1 0,-8 4 0,-2 1 0,-2 1 0,-2 0 0,13-14 0,-11 7 0,-11 8 0,-7 7 0,-3 6 0,-4 5-167,-5 6 208,-9 10 1,6-5 0,-2 4 0</inkml:trace>
  <inkml:trace contextRef="#ctx0" brushRef="#br0" timeOffset="73356">17200 3411 8931,'1'-4'4476,"0"0"-1104,-1 4-1815,21-47-1137,-15 33 527,13-39-718,-20 49 74,-2-1-253,1 4 23,-1 6-23,1 2 46,0 12 38,1 5 23,1 12-3292,4 14 3247,-1-14 11,2-4 1,1 0 72,2 9-101,2 7 169,2-1 106,3-9-56,10 11-51,9-1-132,-14-23 1,3 0 16,7 7 1,1-1-345,14 13 263,-12-12 0,1 0-11,-11-10 0,1-1 22,14 10 1,2 2-29,-7-7 1,1 0-287,7 2 0,-1-1 287,13 5 2,-20-14 0,2-2 1383,-6-5 0,2-1-1355,19 2 0,2-2-36,-7-4 0,0-1-1,9-3 1,-3-2-14,-17-1 0,-3-2 19,6-3 1,-2-2 66,16-10-72,-21 6 0,0-3 16,0-3 1,-3-2-23,8-8 35,3-13 98,-18 12-99,4-6 414,0-4-381,-9 8 822,-4 5-805,-7-1 99,-3 13-188,-2-12 16,-4 5-5,-1 0-17,-2 0-11,2 8-6,1 5 0,0 1 23,1 1-12,-2-3-11,1 2 17,-1-1-28,-1 2-5,-2 1 10,-4 1-10,-8 2 5,2 1 16,-3 2-4,7 0-12,4 1-12,5-1-4,2 0-7,3-1-10,1 2 27,0-1 17,2 3 0,0-1 12,10 5-6,2-2-12,13 3-10,-3-2 5,28 7 0,-23-5 5,5 1 1,0 2-12,1 4 6,8 9 0,-23-9 11,-8 11-5,-8-7-23,-1 11 0,-3-11 23,0 9 5,1-10-16,1 8 38,0-9-27,0-6 5,-3 4 39,-6-5 18,-15 10-24,0-5-27,-3-1-6,7-6 6,12-6 28,0 0 67,5-3 118,1 0-141,0-3-61,0-3 0,-1-6 0,-1-1-17,-1 0 1,-1-4 4,2-5 29,2-10-34,3 5-39,5-9 23,2 10 27,2-7-22,-3 8 34,-1-6-17,-6 0-1,-4-1-10,-7-1 5,-2 14-11,-18 0-28,6 11 34,-12-1-6,12 7-6,-10 1 23,10 1-6,-12 1 17,4-1-22,-3 0-6,0 0 0,1 0-28,9 0 11,1 1 6,15-1-45,-1 1 50,8-1 12,1 3 5,2-1-5,2 2-18,1-1 12,5 2-5,0-1 10,8 2 18,5 3-23,12 2 0,-3 0-6,-1 1 1,3 1 21,15 11-13,-14-5 0,0 1-25,14 17 22,-19-8-12,-11 3 35,-21 1 5,-3-6-17,-29 20-17,5-20 1,-8 6-118,2-1-941,19-11 1064,-2 7 0,13-16 0,5-4 0</inkml:trace>
  <inkml:trace contextRef="#ctx0" brushRef="#br0" timeOffset="79945">1096 2503 21002,'-2'-7'1749,"1"1"-1455,1 6 551,0 0-405,-4-33-109,7 74-196,-5-41-53,3 38 1,6 21-38,0-13 1,2-2-195,-3-7 1,2 0 153,5 9 1,3-3-314,11-4-32,5 0 278,1-19 4,-10-11 394,9-31 83,-9-12-116,-7 4 1,0-3 18,-4-2 0,-2-2-135,-2-1 0,-1-1 104,-2 2 0,-2 0-18,-1 4 0,-2 2-44,-5-18 239,-1 15-1046,-2 15-744,4 12-1075,5 14 2272,10 14 1,-6-6-1,6 2 1</inkml:trace>
  <inkml:trace contextRef="#ctx0" brushRef="#br0" timeOffset="80436">2034 2413 22193,'-54'-24'617,"-1"-1"0,8 3 1,9 6-667,20 12-35,14 10 127,7 0-99,12 14 19,-1-5 25,28 23-182,-3-5-156,-8-8 1,1 0 334,-2-1 0,-1 0-25,-1 0 0,-1 1-195,-4 0 0,-3 2 11,6 24-166,-17 0-235,-23-4-239,-15-7-971,-18-10-2217,-10-12-1136,-2-12 3442,8-21 2075,17-16-239,15-24 90,14 21 0,4-1-147,3-5 1,1 1 291,0 0 0,1 1 1020,2 2 1,0 3 1613,6-22-578,-2 13-47,-1 16-254,-3 10-269,-3 11-1028,-16 32-256,1 6-377,0-3 0,0 3-80,3-1 1,1 0-61,1 2 0,1 1 19,2 0 1,2 0-299,1 0 1,2-1-1216,6 28-3172,7-8 3728,6-14 1,-9-18-1,1-11 1</inkml:trace>
  <inkml:trace contextRef="#ctx0" brushRef="#br0" timeOffset="81046">2265 2548 24157,'60'-1'1283,"0"-2"-1013,-15-1-491,6-7 2,3-11-312,-4-8 682,-10-7 360,-11-5-209,-14-5-70,-8 11-89,-21-18-70,3 29 234,-26-20-192,10 31-101,-14-2-133,-5 24 172,15 0 679,-11 17 17,21 0-44,-3 14-10,10 7-124,5 6-343,12 2-394,14-4-256,15-4-858,17-9 802,-18-22 0,1-3 114,4-3 1,2-2 62,1-2 1,0-2 95,0-4 0,-1-3 151,-4-1 1,-2-2 175,22-15 104,-17-6 71,-15-6-115,-11-2-130,-11 6-66,-18-19-59,0 13-19,-8-14-33,11 12-17,8 3-6,10 3 124,7 3 734,8 6-41,4 6 238,1 7-35,3 5-317,4 8-277,5 8-92,2 11-144,-1 10-326,-6 10-513,-7 6-468,-8 5-1219,-5 1 2365,3 5 0,-7-28 0,2-3 0</inkml:trace>
  <inkml:trace contextRef="#ctx0" brushRef="#br0" timeOffset="82013">3962 1861 28446,'9'-45'46,"0"1"1,1 0 0,-5-10-1,7 8 356,23 23 1,7 8-804,-4 1 0,2 3 615,4-1 1,3 1-108,12-2 1,4 2-80,-11 4 1,3 2 0,-2 2-507,-5 0 1,0 1 0,1 1 473,8 3 1,2 1 0,-4 1 94,1 0 0,-1 3-195,-5 4 0,2 3 0,-6-1-179,-11-2 1,-1 1 146,8 5 0,5 4 1,-9-2-147,4 6 285,-6 1 0,-4 3-566,-11 3-2730,2 13 2511,-17-19 878,-2 9-286,-1-16 1043,-1 4-966,0-12 435,-2-6 76,0-4 686,-10-9-574,1 1 3269,-31-16-3380,2 6 213,-7-3-3850,-5 2 8440,3 5-4195,8 2-868,-6-1-139,30 9 0,-2-1 0,12 5 0,0 3 0,3 7 0,2 1 0,3 1 0,17 4 0,-5-8-1309,24 8 1151,-4-10 56,-4-4 1,3-3-35,26-7 858,-23 0 1,-2-3-362,11-11-361,-12-4 0,-3-5 0,-1-10 0,-8 6 0,-4 0 0,-7-4 0,-8 4 0,-6-1 0,-1 11 0,-2-5 0,1 19 0,3 5-1982,1 13-2539,5 9 4269,0 7 1,1-7-1,-2-6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D21A-C057-A709-A3A6-ACCB177D4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2D39-FAE6-88BF-2BB7-DF7374248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FA744-8FC6-41AF-2695-6E0DB3F7F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FA765-3A1A-97D0-B4E8-B1E7713D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2E28-CB12-036D-573C-4BC48960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2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4DE0-4B68-9C3B-CA53-FB52D5C0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94B5-869D-6B3B-D81F-5FC4E8FD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45A7-0B14-D200-9B98-D88FCC5C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63CF0-0C38-D214-6B42-817135A0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5889C-4802-DACD-CE1D-B5B62038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0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4A44-56AE-7166-E07C-4A5977CE5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F422A-B3C4-1FDA-B3D7-A95ADC85C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2CB34-AF9E-168B-9C72-DF61F0B0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D4E02-408A-FBD3-BF95-D1EB9E22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4C17E-124A-8F90-3D1A-E0FF416E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B719-592A-8851-AC66-64549EF0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62080-2000-A280-DF6E-5A7C12A8D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CE3E3-6CF3-D17D-8D17-7316B3D9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03148-7F94-484B-909B-DE32ABAF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C0D0C-4A15-C6AC-F2D8-46D1ED12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09352-52F0-51B3-9F78-B7C3BEE9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103D-1993-96EB-E361-EED31120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2445-A5AA-B36F-4A6A-0A0918C82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0CDF3-2ACB-2DFC-C76F-E4530A449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74AF6-A90F-455D-E942-3374785DC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794F0-904F-EDA4-8F96-B54231058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D6510-7101-356A-0766-9C1C883E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ECFBB-A308-E767-B043-CE50274B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E470E-5F83-4785-0856-766D520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07C8-C4CE-329B-33AB-CE2EBCC3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F86D4-A012-FF68-58CE-7CA99B30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62694-F0B0-F930-AAF2-93D90BDB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E956B-F71E-1C57-80ED-82C6DB85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1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9F0E6-67A7-03DF-B749-6E1AAF19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22FBB-9853-3C8E-DF69-7756E532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7C71D-15C6-78CF-DFFE-D629FFAC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8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67B9-F76B-6ABE-1B06-41A242C6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B94E1-36E7-2465-9150-3E223166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4C43A-4060-64BD-4272-91E515392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FDADD-26B3-F480-C7F3-CF557FFB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9358D-BCD4-A0AC-EE56-AF78B9FF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9C040-9445-A9FA-D5F4-ABA6FDAD3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7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DCAD-8DE5-AA3F-5E17-DD849C48D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4F32F-AF01-75BD-CEF4-6DB539454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10D9F-40C8-6399-DD88-B88E6D6D4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52C9E-7683-898F-0FB8-1DDC0DED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9CDC8-524C-A523-958C-15D6BFC2A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03058-3A5D-BD4E-234C-587CD6A3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4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D986-BF29-273A-F34D-B356C4BE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DBE2B-9F03-A2FA-8E13-55F87CE90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80B39-26EA-2AB6-AA0B-56893B12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80E32-6D5D-65B0-AB17-D6F115DD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2F1AF-7839-A3F1-8F0F-B382710C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9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A19FF3-7BBB-31A2-E885-25BFF8C3F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07C67-64D9-959E-AFA1-37B94FF94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08740-4F4E-B1A9-BE17-86590D03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2F3BD-295F-941D-E5FD-2A8FABC5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D8DD-3A88-70D5-854D-A97F1600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0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1BE4F-6D38-A366-F596-35E8AAD0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D13C6-FBCB-FD64-BC0A-53AB92E57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81A2C-F5A6-B3A5-ABE8-8F9A2767F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5E88B-A24D-2940-BC2A-FAAF98E43BC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36223-9C81-F464-7B9B-54BC69B0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84B6F-E59E-67F5-9125-1091A0CE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E73E6-8F04-5441-8F9B-11557098D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6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background with black text&#10;&#10;AI-generated content may be incorrect.">
            <a:extLst>
              <a:ext uri="{FF2B5EF4-FFF2-40B4-BE49-F238E27FC236}">
                <a16:creationId xmlns:a16="http://schemas.microsoft.com/office/drawing/2014/main" id="{08EDDCAE-BFFA-4B19-3937-06A6D265F9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7DCCB91-1FF8-4DC4-30EF-E0F187AB7746}"/>
                  </a:ext>
                </a:extLst>
              </p14:cNvPr>
              <p14:cNvContentPartPr/>
              <p14:nvPr/>
            </p14:nvContentPartPr>
            <p14:xfrm>
              <a:off x="813240" y="86760"/>
              <a:ext cx="8481240" cy="3515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7DCCB91-1FF8-4DC4-30EF-E0F187AB77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3880" y="77400"/>
                <a:ext cx="8499960" cy="353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993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B0DDFFB-FF50-2E26-FDAB-7350EB16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E5184E-E484-3EE4-CD00-EAF943E050AA}"/>
                  </a:ext>
                </a:extLst>
              </p14:cNvPr>
              <p14:cNvContentPartPr/>
              <p14:nvPr/>
            </p14:nvContentPartPr>
            <p14:xfrm>
              <a:off x="779040" y="790560"/>
              <a:ext cx="10771920" cy="418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E5184E-E484-3EE4-CD00-EAF943E050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680" y="781200"/>
                <a:ext cx="10790640" cy="420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942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04DC1-66D2-95D4-A2ED-41903AF6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DBFA7D-E7A8-28FF-DC70-A141C4FC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2750F98-38A3-EB8A-A4DA-F10FF5A45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399469-359E-3B42-9074-8DD727395F04}"/>
                  </a:ext>
                </a:extLst>
              </p14:cNvPr>
              <p14:cNvContentPartPr/>
              <p14:nvPr/>
            </p14:nvContentPartPr>
            <p14:xfrm>
              <a:off x="392040" y="342720"/>
              <a:ext cx="7766640" cy="538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399469-359E-3B42-9074-8DD727395F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680" y="333360"/>
                <a:ext cx="7785360" cy="540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520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2026-02-04T13:22:09Z</dcterms:created>
  <dcterms:modified xsi:type="dcterms:W3CDTF">2026-02-04T15:01:28Z</dcterms:modified>
</cp:coreProperties>
</file>