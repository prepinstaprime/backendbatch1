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82"/>
  </p:normalViewPr>
  <p:slideViewPr>
    <p:cSldViewPr snapToGrid="0">
      <p:cViewPr varScale="1">
        <p:scale>
          <a:sx n="126" d="100"/>
          <a:sy n="126" d="100"/>
        </p:scale>
        <p:origin x="232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3:39:16.35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1266 6773 17871,'11'-58'1635,"1"0"1,-2 5 0,0 5-718,-1 2 141,-4 4-785,-4 19 175,-5 4-276,-7 18-201,-2 4-11,-24 17 25,3 7 0,-1 4 11,6-8 0,-1 5-18,-1 11 0,-5 11 0,2 3 0,8-8-775,7-2 0,3 0 740,-5 11 0,-1 6 0,14-11-112,37 4-196,24-20 299,-19-23 1,4-7 69,21-13 1,0-8 13,-20 8 1,-2-3-231,12-10 1,-3-4 246,-21 5 1,-4-2 27,0-2 1,-1-3 16,1-5 0,-2-3-140,-6 1 1,-5-2 122,-3 2 1,-5 0 50,-9-3 0,-3 2-42,-8-11-6,-2 21 0,-4 5 28,-21 5-56,14 9 1,-2 2-24,-2 3 1,1 5-42,-4 4 0,3 4-289,-15 25-358,18 12-1025,39 14-370,7-28 0,4 1 2067,11 6 0,0-3 0,5 8 0,1-5 0</inkml:trace>
  <inkml:trace contextRef="#ctx0" brushRef="#br0" timeOffset="480">1788 6820 19921,'2'-6'4929,"-1"1"-4251,-1 5-572,5-38-78,-6 34 62,0-13-6,-18 73-59,3-10 0,-1 4-31,1-4 1,-1 3 0,0-3-360,-3 10 1,1-1 353,3-11 0,0 1 0,2-3 8,3-5 0,2-2 3,0 10 0,1-3-6,1 6 38,9-11 41,0-31 62,4-7-68,2-31-11,0-16-37,-4 8 1,1-3-467,-3 8 1,0-1 465,0-13 1,1-4 10,2-4 1,2 0-25,-3 12 0,2-2 10,3 3 1,2-3 0,1 7-12,0 8 1,2 4-1,2-7 1,2 2 647,21-11-686,12 19 33,-20 15 0,3 4-23,5 9 1,0 6 5,-8 5 0,-3 5-426,-4 7 0,-5 4 421,-1 17-139,-15 1 155,-23-10 0,-9 1 6,5-12 0,-2 0-3,-19 16 1,-2-3 192,16-20 0,1-3-207,-6-1 0,1-3-448,-22-3-5768,10-33 6233,19 1 0,21-14 0,13 20 0</inkml:trace>
  <inkml:trace contextRef="#ctx0" brushRef="#br0" timeOffset="1135">2274 6852 19574,'-5'3'4301,"1"0"-2542,4-3-1624,-16 41 94,51-47-184,-27 35 14,31-44 0,6-13-20,-9 5 22,1-4 1,-2-2-23,-10 3 28,-1-2 1,-3-1 89,-7 1-1,-1-12-44,-21 14-44,-10 4-24,-8 3 1,-4 6-17,6 6 34,-11 8-51,12 9-5,-12 8-6,11 10-6,3 9 0,8-3-2,6-2 0,3 1 8,2 3-17,-1 6 0,3-1 6,2-7-12,3 1 1,4-2-12,12-2-5,17 6 28,-7-20 0,27-11 16,-13-15-2,-12 0 0,-1-3 31,19-22-29,-14 2-1684,-10-5 0,-3-1 1701,-3 2-14,-2-2 1,-1 1 19,-7 7 34,-1-2-62,-5 13-6,-2 10-16,5 3 16,7 4 3392,12 0-3430,6 4 32,-4 2-32,11 20-52,-17 6 24,3 9-133,-20-6 1,-3 1-278,-1 10-353,4 18-570,5-29-1424,13-15 135,2-11 2694,26-18 0,-32 6 0,12-7 0</inkml:trace>
  <inkml:trace contextRef="#ctx0" brushRef="#br0" timeOffset="1740">3551 6787 25478,'6'-57'1114,"-10"11"-1086,-6 43 39,-34 16-56,15 1 3,-8 8 0,-1 3 14,-1 11-34,12-10 1,4 0-40,5 8 17,11-6 0,13-9 40,5-8-1,3-6 17,17-9 22,-4-6-44,14-11 11,-6-6 22,-1-5-45,-4-2 62,-6 3 39,-10 9 12,-6 11-46,-8 10-49,-9 13 10,-6 11-22,-6 12-6,3 6 1,6-10-40,12 9 45,11-19 11,15 3-11,15-17 17,2-16 0,3-5-23,-9 0 1,0-2-514,16-13 0,-2-5 530,-15 1 0,-4-5-3,0-5 1,-2-4-18,-1-4 1,-3-1 14,-1-1 0,-1-1 13,-4 6 1,-2 1 5,-3 8 0,-3 2 48,3-16 0,-14 20 0,-7 16-68,-4 12-5,-3 17 0,0 16-50,-1 24 41,7-16 1,0 3-181,0 9 0,1 3 133,-1 8 0,-1 3-111,2-16 1,1 0 0,-1 1-185,0 2 0,0 0 1,1-2 78,-2 9 0,2-1-844,3 6 0,3-6-1752,9-6 2868,7 2 0,-6-39 0,-2-8 0</inkml:trace>
  <inkml:trace contextRef="#ctx0" brushRef="#br0" timeOffset="2244">4043 6775 19895,'-57'-11'1252,"0"1"1,8 0 0,11 3-1034,26 3-47,24-2-48,22-5-85,28-3-17,-22 6 1,3 0-527,5 0 0,1 1 506,0 0 1,-1 0-1436,-3 0 0,-2 0 1424,-4 1 1,-2-1-164,-4 1 1,-1-1 199,25-5-12,-7 1 18,-12 1 573,-12 4-322,-13 2 3274,-10 3-3357,-12 4 499,-13 6-415,-22 15-141,-2 15-117,5 5-22,19 2-23,19-18 28,20 5 17,9-18-5,19 2 16,4-15 17,0-9 22,-4-9 79,-1-19 62,-16-9-35,-8-3-32,-23 2-57,-14 14-3409,-26 2 3325,10 12-1120,1 9 0,1 2 1115,4 3-28,-18 0-158,26 7-441,2 3-1026,13 6-649,19 3 2296,8-2 0,-4-6 0,-3-5 0</inkml:trace>
  <inkml:trace contextRef="#ctx0" brushRef="#br0" timeOffset="2575">5068 6408 26318,'-3'42'-40,"1"1"1,4 17 0,3 0-213,1-19 0,0 1-57,3 18 1,-2 3-33,-7-13 0,-3-2 417,-3-4 0,-6-6 708,-16 0-582,7-23 368,5-49-181,26-8 1,7-3-715,-8 14 0,0 0 364,8-14 0,5 0 0,2 14 1,1 4-51,9-7-135,11 1 0,3 5-139,0 9-724,10 5 1,0 4-588,-6 5 1596,-3 4 0,-4 2 0,-20 0 0,6 2 0</inkml:trace>
  <inkml:trace contextRef="#ctx0" brushRef="#br0" timeOffset="3084">826 7651 16308,'-43'0'1375,"-1"0"0,0 0 0,-13 0 0,12 0-971,28 0-376,11 0 213,10 0 291,19 1-227,21 0 0,12-2-1356,-10 0 0,4-2 0,5 0 1066,-8 1 1,4 0 0,2-1-1,2 0 1,0-1-311,-3 1 0,2-1 1,0 0-1,1 0 0,0-1 1,-2 1 291,5 0 1,-2 0 0,1 0 0,1-1-1,3 1-238,-5 0 1,2 0 0,2-1 0,2 1 0,-1 0 0,0-1 0,-1 1 232,-5 0 0,-1 0 0,0 0 0,-1-1 0,1 1 0,2 0 0,1-1-144,3 0 0,2 0 1,1-1-1,1 1 1,0-1-1,1 0 1,-1 0-1,0 0 145,-8 1 1,0-1 0,-1 0 0,1 1 0,0-1 0,0 0 0,0 0-1,1-1 1,1 1-22,3-2 1,2 0 0,0 0-1,1 0 1,-1-1 0,1 1-1,-2-1 1,-1 1 0,-2-1 20,7 0 1,-2 0-1,0 0 1,-2 0 0,-1-1-1,0 1 1,-1 0-6,-4 1 1,-1-1 0,0 0 0,-1 1 0,0-1 0,-1 1-1,0-1-122,7 0 1,0-1 0,1 0-1,-3 1 1,-3 0 0,-6 1 33,7 0 0,-7 0 1,4 1-563,-3-1 0,6 0 0,0-1 0,-3 2 0,-8 0-2231,4 1 0,-5 0 2893,15-2 0,-7 1 0,-17 2 0,-6 1 0</inkml:trace>
  <inkml:trace contextRef="#ctx0" brushRef="#br0" timeOffset="3663">6499 6419 18385,'1'-8'3995,"-1"1"-3473,0 7-34,-1-65-209,-9 46-190,-1-16 1,-2 5-26,-9 30 20,-13 10 70,12 9-87,-3 10-22,6 10-17,5 4-6,7 8-16,6-17 16,7 1 96,3-22-12,2-2 493,4-9-240,3-11 145,20-25-179,-13 3-168,5-8 201,-22 10-251,-7 14-12,-4-5-185,-2 13 1,-2 3-208,-4 6-364,-6 10-1154,-10 11-3101,5 1 1,1 2 3852,-7 8 1,1 2-1,24-29 1</inkml:trace>
  <inkml:trace contextRef="#ctx0" brushRef="#br0" timeOffset="4007">6442 6812 21859,'17'53'868,"-2"-9"-481,-13-42 1164,0 0-610,-2-6-717,0-2 213,-2-9-22,-1 0-40,-1-2-73,-1 2-106,1 4-78,1 4-57,0 4-61,2 1-72,-1 2-119,1 0-285,-2-1 303,0-1-595,-5-2 119,3 2-5865,-8-1 6514,4 3 0,2 0 0,2 0 0</inkml:trace>
  <inkml:trace contextRef="#ctx0" brushRef="#br0" timeOffset="8221">1568 9016 15093,'11'-40'89,"-4"9"40,48 29 5,-23 4 1,0 1-34,20 0 22,-12 0 1,3 0 108,11-1 0,-2-1-184,-14 1 0,2-1-392,4-1 1,4 0-1,-2-1 411,3-2 1,-2 0-32,1 0 0,3-1 24,7-1 0,5-2 0,-2 1-53,-12 1 0,-3 0 1,5-1-8,1 1 0,4-1 0,0 0 0,-3 1-407,-3 0 1,-3 0-1,1 0 411,10 0 0,1 0 0,-1 0-3,-9 2 1,-2-1 0,4 1-4,4-1 1,5 0 0,1 0 0,-5 0 2,-2 0 1,-3 1 0,3-1-8,-2 1 1,4-1-1,-1 1 1,-6 0-9,13-1 0,-3 1 19,-13 1 1,1 0 0,-1 0 8,14 0 0,0-1 6,-17 2 1,1-1-1,-1 0-15,12 0 1,0 1-21,-13-1 0,1 0 1,-1 2-467,14 0 1,-2 3 466,3 2 0,-1 2 0,-11 0 0,0 1-17,11 3 0,2 2 25,-16-5 1,1 0-1,1-1 13,1 1 1,0-2 0,0 1-5,-2-1 1,0 0 0,0-2 7,14 0 0,-2-2-11,-15 0 0,-1-2-167,8-3 1,1-1 60,4-4 0,-1-1-468,-10-1 0,-1 0-346,-2-1 1,-2 1 919,15-5 0,-40 13 0,-2 0 0</inkml:trace>
  <inkml:trace contextRef="#ctx0" brushRef="#br0" timeOffset="27212">2257 10519 22313,'-29'-27'874,"6"5"-824,23 22-106,0 0-50,3 0 122,2 1 197,40 1-157,-11-1 0,3-1-269,8 0 1,1-1 231,4 0 1,4 0-559,4-3 1,5-1 0,0 1 543,-6 1 1,-1-1 0,5 1-535,-2 0 0,5-1 1,3 0-1,-2 1 0,-6 0 525,5 0 1,-4 0-1,2 1-1,0 0 1,3 0 0,0 1 0,-5 0-277,-9 0 0,-3 1 1,0 0 278,8 1 0,2-1 0,-1 1-457,-2 0 1,0 0-1,-5 0 453,0 0 1,-4 0-15,7 0 1,-4 0 30,10-4-856,-10 1 845,9-6 0,-42 5 0,4-1 0</inkml:trace>
  <inkml:trace contextRef="#ctx0" brushRef="#br0" timeOffset="34566">1948 11750 12265,'-4'-2'5151,"1"0"-2481,3 2-1951,-5-9-1035,4 7 34,-3-5 114,5 7 473,5 4 61,10 1 324,18 4-333,2-2-200,7-1 0,5-2-339,-5-1 0,4-2 316,-4 1 0,7-1 0,1 0 0,-4 0-569,-3-1 0,-2 0 0,3-1 514,7 1 0,5-1 0,2 1 0,-1-1-628,2-1 1,0 0-1,0 0 1,-1 0 598,-8 0 0,-3 1 0,2 0 1,3-1-60,5 0 0,4 0 0,1 0 1,1 0-1,-1 1-395,-4 0 0,-1 0 0,1 1 0,-2-1 0,-1 1 296,5-1 1,-2 0 0,1 1 0,3 0-89,-7 0 0,2 1 0,2 0 0,1 0 0,-1 1 0,-2 1 67,7 2 0,-1 1 0,-1 1 0,-1 0 0,-1-1-66,-8-1 0,-3 0 1,1 0-1,2 1 1,3 0 96,-3 1 1,4 0 0,3 2 0,1-1-1,1 1 1,-4-1 0,-3-1 0,-6 0-34,6 0 1,-8-1 0,0 0 0,6 0 79,5 1 1,5 0-1,4 0 1,0 0 0,-3-1-1,-6-2 63,0-1 1,-4-2 0,-2 0 0,2-1 27,8 0 1,1-2-1,0 0 1,-2-1 3,-10-1 1,0-1 0,-2 0 0,-2-2 245,6-3 1,-2-1-1,-2 0-268,11-6 1,-3 1 565,-6 0 0,-3 1-793,-10 5 1,-3 1-2832,14-3 3036,-21 8 0,-24 3 0,-2 0 0</inkml:trace>
  <inkml:trace contextRef="#ctx0" brushRef="#br0" timeOffset="50681">1762 13209 15081,'-51'-23'1782,"11"5"-1441,37 18-72,2 0 392,8 2 241,10 4 62,37 8-799,-21-5 0,3 0-1805,16 4 0,2 1 1637,-13-4 0,2 0-3,16 4 1,3 0-494,-7-2 0,3-1 551,-6-2 0,2 0 0,3-1 36,-11-3 0,1 0 1,3-1-1,2-1-346,5-2 0,5-1 0,2 0 0,-1-1 0,-4 0 295,0 0 1,-5-1 0,2 0 0,4-1-1,-1-1 0,4 0 1,2-1-1,1-1 1,-1 1-1,-4-1-263,0 0 1,-4-1 0,0 0 0,1 0 0,3 0 236,-8 0 0,1 1 0,2-1 1,1 0-1,1 0 0,-1 0 0,0 0-8,1 0 0,1-1 0,-1 0 1,1 1-1,0-1 0,0 0 1,0 1 1,0-1 1,1 0-1,0 0 1,0 0 0,0-1-1,0 1 1,0 0-76,0 0 0,0 0 0,1 0 1,-1-1-1,0 1 0,0 0 1,0 0 84,0 0 0,0 0 0,-1 0 0,1 0 1,-1 0-1,0 0 0,0 0 13,-1 0 1,0 1 0,-1 0 0,1-1 0,-1 1 0,0 0 0,0 0 19,-2 0 0,1 0 0,0 0 0,-1 0 0,-1 0 0,-1 1 0,-1 0 63,6-1 0,-3 0 0,-1 1 0,2 0 0,4-1-50,-1 0 1,5-1 0,3-1-1,1 1 1,-3 0 0,-4 0 0,-7 2-53,-1-1 1,-7 2 0,-1-1 0,6 0-23,6-1 1,8-2 0,3 0 0,-1 1 0,-4 0 0,-8 1-238,3 0 0,-6 1 0,0 0-1134,9-1 0,2 1 1,-3 0 1383,-13 2 0,-3 1 0,-3 1 0,-2-1 0,-5 1 0,0 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3:40:21.3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1447 7298 7677,'-6'0'2913,"1"0"1377,5 0-2380,-63 1-913,42 0-561,-15 0 1,4 0 264,23-1-298,4 0-268,4 0-421,1 0 309,7 1 105,7 3-32,14 3-12,25 3-28,7-3-1736,-19-4 1,1-1 1684,-10 0 1,0-2 22,13 1 0,3-1-527,8 0 1,-1 0 503,-10 0 1,1 0-115,17 0 0,-1 0 111,-18 0 1,-4 0-3,-6 0 0,0 0-3,6 0 1,-3 0-4,5 3 6,8 1-28,5 4 2790,-20-3-2784,13 2 1495,-31-5-1422,10 0 562,-19-1-59,-1-1-464,-7-2-62,-13-4-28,1 0-6,-22-5 12,-4 5-23,-17-1 19,17 5 1,-2 0-353,5 0 0,1 1 352,-1 0 1,1 0 2,2 0 1,-1 0 8,-3 1 0,-1-1 3,-3 0 0,0 1-3,1-1 0,-1 1 8,-14 0 1,3 0-1,-5 1 3,2 0 1,1 0 35,-10 3-25,28-2 1,0 0 25,-27 4-40,26-4 40,-3 2 61,20-3-78,1 0 22,9-1 662,8 0-953,1 0 145,12 0 90,-1 0 6,26 0-6,6 2-459,-10-1 0,1 0 453,26 2-11,-17-2 1,2 1-6,-4-2 0,1 0 7,1 1 0,3-1 1,-1 0 3,14-1 0,0 0-2,-14 0 0,0 1 0,-1-1-9,8-1 0,-3-1-9,-2 1 0,-3 1 12,-11-1 0,-1 1-43,7-1 1,-3 0 33,-3 1 84,21-2 17,-41 2 135,3 0-135,-15 0-62,-11-3 863,-8-1-896,-19-1 22,1 0 0,1 3 1,-2 1-1,-21-2-190,23 2 0,-2 1 170,-13 0 1,1 0 2,-7 1 13,13 1 1,-7 1 0,3-1 0,0 2 1,1-1-4,3 1 1,-3-1-1,1 1-764,-9 1 1,4-1 775,12-1 0,1 1 25,-5 0 0,5 0-9,6 0 125,-12 1-119,34-3 12,1 0 216,7-1-418,2 0 1652,4 0-1468,10 4-5,16 3-5,22 4-7,-4-6 1,1 0-572,-12-2 1,2-1 550,2 0 1,5-1-1,-2 0-601,8-3 0,0-1 595,-8 1 1,2-1 0,1 0-10,-2-1 1,1-1-1,-3 0 8,8-1 0,-1 0-54,13-3 1,-3 0-240,-25 3 0,-2 0 245,12-1 0,-2 1-25,-3-1-145,-9 5-292,-20 4 1320,-5 0-3426,-31 12-7204,-14 2 9216,-6 3 1,12-7 0,22-9 0</inkml:trace>
  <inkml:trace contextRef="#ctx0" brushRef="#br0" timeOffset="9164">1476 8064 7772,'-9'0'6313,"2"0"-4661,7 0-263,-60-9-275,22 7-829,-7-3 1,-2 2 426,-10 7-85,2 2-66,8 0-309,16-1-224,16-2-174,9-3 96,12 0 173,12 0 190,21 0-262,20-2-35,-21 2 1,1-1-485,4 1 0,1 0 471,2 2 0,0-1-9,4 0 1,0 0 10,5 1 1,1-2 5,6-2 0,2-2-615,-17 1 0,0-1 0,1-1 607,2 0 1,1-2 0,0 0-2,-1 1 0,0-1 0,0 0-335,-4 1 1,-1 0 0,0 1 324,12-3 0,-3 2-166,-8 2 0,-4 0 168,21 0 639,-18 3-638,-18 1 1698,-12 0-1497,-9 1 1264,-12-1-1398,-16 2-1493,-11-1 0,-5 1 1420,-22 2-3,1-1 0,-4 0-471,11 0 0,0-1 490,1 1 1,-4 0 7,2-1 0,-5 1 0,5-1-2,0 2 1,0-1-9,5 0 1,-2-1 0,2 1-153,-1 1 1,2 0 156,6-1 1,1 0-6,3-1 0,1 0 11,2-1 0,1 0 22,-28 0 32,6 0 22,10-3 2769,13 1-2842,13-1 1161,11 0-1447,8 1 703,10 0-367,15-1-17,23-1-25,-15 2 1,2 0-265,5-1 1,0 2 235,2-1 0,-1 1 3,-1 0 0,0 0 0,-1 0 0,-1 0 0,21 0-1712,3-1 1,1-1 1409,0 0-221,-20 1 0,5-1 1,-4 0-2225,-4 0 0,-3-1 2747,6 1 0,-5 0 0,2 0 0,-27 0 0</inkml:trace>
  <inkml:trace contextRef="#ctx0" brushRef="#br0" timeOffset="10409">1291 8922 15894,'-33'0'381,"-1"0"0,-11 1 50,81 0-280,9 1-104,-12 0 1,0-1-9,20 2-14,-15-2 1,3 0-26,-3-1 0,3 0-774,13 0 1,4-1 784,4-1 1,1-1-12,-19 0 0,1 1 0,-1-1 0,0-1 0,0 0 0,-2 0 0,19-1 0,-3-1-6,-7 0 0,-3 1 176,-9 1 1,-2 1-278,23-1 96,-30 4 767,-28 16-347,-35-3-118,-18 10-328,18-15 0,-3-3 165,0-1 1,1-1-11,-25 0 2,19-2 1,-1-1 27,6 0 0,-2 0 82,-18-1 0,-3-1 56,10 1 0,1 0-149,-6-2 1,3 0 19,-11-1-43,28 2 0,3-1 93,-13-1-17,-7-1-139,20 1-102,9 1-44,16 2 254,5 1-231,7 0 1037,20 3-914,16-1-57,9 2-331,-12-3 0,2-1 328,-3 0 1,2 0 4,2 0 0,5-1 1,-2 0-14,14 0 0,0-1-2,-14 0 1,1 0-1,-3-1-12,7 0 1,-3-2-7,-6 1 1,-1 0-54,-7-1 1,-2 0-639,23-2-2611,-11 2 2547,-10 3 0,-14 2 0,-10 0 0</inkml:trace>
  <inkml:trace contextRef="#ctx0" brushRef="#br0" timeOffset="12015">1206 9624 10080,'47'6'1383,"-9"-2"-1187,-4-2 0,3-2-107,0-1 1,1-2-871,10 1 0,-1-1 795,-7 0 0,0-1 25,1 0 0,0-2 244,-6 2 1,2-1-276,18-1 1,3 0-9,-11 1 0,-1 1 2,5 0 1,-5 2-8,7 0-35,-10 2 420,-24 0 902,-6 3-907,-11-2-106,-18 6-45,-11-1 84,-20 1 22,-13 0-207,25-4 1,-1 0 122,-20 1 1,0 1-401,21-2 0,1 0 266,-12 2 0,2 0 369,-4 3-105,4 2-130,-8 2-44,3 2-1,9-3-122,12-2 5,11-3 5,14-6 1173,2 1-960,17-5-111,15-4-152,11-2-379,9-4 306,-18 5 1,3 0-435,3-2 1,4-1-127,1 0 1,3 0-1,-3 0-238,4-1 1,0 1 831,-1 0 0,3-1 0,-9 2 0,-2 2 0,16-5 0</inkml:trace>
  <inkml:trace contextRef="#ctx0" brushRef="#br0" timeOffset="13700">1386 10317 10427,'-43'10'605,"1"1"0,2-2 0,12-2-790,26-6 62,0 0 431,14 0-33,5-1-74,18 1-89,9-1-67,10 0-20,-14 0 0,1 0-739,19 0 747,-12 0 1,2 1-3,-10-1 0,2 1-40,14 0 1,3 0-612,-17-1 1,1 1 0,1-1 592,2 0 1,0 1 0,0-1-15,0 1 0,0-1 0,0 0-422,4 0 0,1 0 0,-5 0 463,2-1 0,-3 1 19,7-1 1,-6-1 81,-9-2 706,-3-1 44,-17 1 1857,-10 0-2703,-8 2 1563,-9-2-1636,-11-1 119,-17 0 72,-14 1-1699,8 2 1,-2 2 1633,12-1 1,-1 1 76,-21 1 0,-2 1-289,13 0 1,0 0 279,-12 2 0,-3 0 28,2 0 0,-1 0 38,15 0 1,0 0-1,4 0-100,-3 0 1,3 0 52,-9 1 1,3 0 145,-4-1 236,-12-1-331,25-2 493,1-1-510,29 0 3093,-1 0-3428,8 0 761,11 0-515,14 0-71,10-1 1,3 0-20,23 0-58,-14 0 0,7-1 1,-5 2-507,-10-1 1,0 1 320,9 0 0,6-1 0,-2 1-804,11 0 0,-1-1-1822,1-2 1,0-1 2868,-1 1 0,-7-1 0,-2-4 0,-26 3 0</inkml:trace>
  <inkml:trace contextRef="#ctx0" brushRef="#br0" timeOffset="16528">1513 11043 9212,'-49'-1'825,"1"0"0,-2 0 0,9 0 1308,22 0-1567,-7 0 447,10-1-761,6 2-168,4-1-470,4 1 1368,10 0-781,15 0-61,20-2-101,-11 0 1,2-1-366,8-1 1,1 0 331,6-1 0,2 1-500,2 0 1,1 1 490,1 0 0,-2 2-6,-10-1 1,-1 2-9,8 1 1,0 1-1407,0 2 0,-1 0 1400,1 1 1,0 0-9,3 2 0,-3 0 9,-15-2 0,-3 0-34,18 3 44,-18-3 611,-15-2-296,-10-2 469,-9 0-856,-10 0 3476,-12 1-3375,-16 0 22,-15 2-17,14-3 1,-6-1-1,3 1-519,6 0 0,-1 0 521,-8-2 0,-6 0 0,6 0 26,11 0 1,2-1-232,-10 0 1,0 0 258,4 0 1,1 1-93,2 0 0,0 1 75,1-1 1,2 1-1,0 1 1,0 0 56,-28 4-34,7 3-34,11 0-95,14-1-140,13-2 998,9 0-813,12 1 658,7 1-585,16 0-11,19-3-40,-12-2 0,3-2-513,9 0 0,2-1 499,8-1 1,0 1-12,-9-1 1,1 0-290,-1 1 0,3-1 0,-3 1 275,0 0 1,-1 0 13,18 0 0,-2 0-3,-22 1 1,-4 0-152,19 0-1260,-14 0 1417,-5 0 0,-19 0 0,-2 0 0</inkml:trace>
  <inkml:trace contextRef="#ctx0" brushRef="#br0" timeOffset="17928">1517 11888 7100,'-4'0'3529,"0"0"509,4 0-4066,-42 4-39,32-2 72,-31 4 152,45-4 538,23 2-381,13-2-214,1-3 1,5 0-369,-4-2 1,1 0 292,10-3 1,0 1-456,-17 0 1,-2 1 454,7-1 1,-1 0 4,-1 0 1,-1 0-176,-2-1 0,1 1 150,1 0 1,-2 1-168,7-1 123,-16 3 506,-10 1-35,-15 7 676,-5-1-750,-32 17-274,6-9 22,-5 1 1,-4 0 31,4-5 1,-1-1 216,-21 3 1,-2-2-202,18-2 0,0-3 202,-21 0 0,4-3-49,12-4-86,5-2 0,2-1-70,13-1 174,-11-5 11,24 6-308,3 1-151,5 2 319,20-3-179,11 0-14,7-1 0,6 0-3,0 0 0,1 2-235,2-1 1,1 0 239,19-2 1,-3 1-9,-28 3 0,0 1-3,24-4 1,-1 1 11,0 0-174,6-3 56,-29 4-879,-8 1 161,-20 4-9001,4 0 9242,-5 0 0,0 0 0,-3 0 0</inkml:trace>
  <inkml:trace contextRef="#ctx0" brushRef="#br0" timeOffset="25352">1642 12703 6932,'-62'-2'765,"-1"0"1,15 1 0,7-1 802,1 1-683,26 0 17,-2 1 694,0 0-303,2 0-390,-2 0-875,6 0-168,13-1 212,6 0 68,27-2-44,21-2-789,1 0 1,6 1 703,-22 1 1,1 0-1,0 0-4,1 0 1,1 1-1,0-1 0,2 1 1,1 0 0,-3 1-8,12-1 0,-1 0 0,-10 0 0,1 0 0,-1 0 11,19 0 0,-3-1-22,-6 1 0,-2 0-388,1 0 0,-4 1 399,-18 1 0,-2 0-22,27 0 106,-32 2 414,-13-1-27,-13 0 913,-27 2-1334,-30 0-39,0 1 150,12-1 1,-5 1-84,-10 0 1,-1 0-658,10-1 1,-1-1 609,4 1 1,-3-1 0,1 0 21,-12-1 0,3 0-36,9 0 0,1 0 8,-14 0 0,1 0-113,12 1 1,3 0 104,3 0 0,1 1-23,3-1 1,4 0-275,2 1 5,31-2 810,12-1-501,19 0-23,6 0 0,2 0-11,20-1 201,-7 0 0,2-1-198,-12 1 0,0-1-6,21 0 0,2 0-5,-9-1 0,-2 1 2,-3 0 0,-1 0 6,-7-1 0,0-1-103,0-2 1,0 0 102,21-4 44,-1-2 74,-45 9 117,-17 2-257,-8 2 33,-53 9 0,14-2-395,11-1 0,-6 2 1,0 0 456,-14 2 0,-3 2 39,17-3 0,-5 0 0,0 1 0,4-1-49,1 0 1,3-1 0,-2 1 74,-12 3 0,-1 1 0,9-3-121,2 0 546,-9 4-726,52-13-94,25-4-2863,37-10 3120,-22 4 0,0 0 0,20-5 0,-19 3 0</inkml:trace>
  <inkml:trace contextRef="#ctx0" brushRef="#br0" timeOffset="32162">557 7142 17748,'-23'-24'42,"0"-1"1,-17-3 130,30 61 217,2 5-143,4-3-25,9-6-98,5-10 146,7-8 113,4-5-126,5-12-148,7-6-174,10-13 11,-16 9 0,0-2-346,5-4 0,2-2 385,5-4 0,1 1-148,4-3 1,1 2-808,1 1 0,2 3 970,2 7 1,-4 2-1,7-2 1,-11 14-1</inkml:trace>
  <inkml:trace contextRef="#ctx0" brushRef="#br0" timeOffset="33499">456 8545 14523,'-2'-4'1785,"1"1"700,1 3 1855,-9-27-4620,6 24-588,-13 1 807,8 34 501,-2 18-636,6-6 369,14-9-364,3-13 0,35-11 26,-18-11 676,8-6 0,1-4-225,7-10-386,-13 4 0,-1 0-417,7-7 487,5-9 390,7-5-91,-23 19 1,1-1-276,6-3 1,0 2-530,-5 6 0,1 2-3491,30-3-5805,-5 10 9611,-18 7 1,-15 2-1,-17-1 1</inkml:trace>
  <inkml:trace contextRef="#ctx0" brushRef="#br0" timeOffset="35957">492 7962 18914,'-4'-43'900,"1"0"1,1 4 0,-2 10-769,0 22-277,1 4-65,2 3-63,0 0 137,1 7 149,1-1-74,6 32 70,-3-18 13,6 20 80,-3-15-22,0-8-111,7 10 166,-2-16 15,3 0 342,6-15-201,9-18-211,3-5 1,4-5-713,1 0 0,2-2 627,-6 6 0,2-2 0,0 1 21,11-7 1,1 3-469,-3 3 1,1 2 293,-4 6 1,-1 2-696,-5 6 1,-1 5-2117,20 9-5082,-18 25 8049,-16 10 1,-13-6 0,-7-11 0</inkml:trace>
  <inkml:trace contextRef="#ctx0" brushRef="#br0" timeOffset="37189">462 9552 19625,'11'-8'2915,"-2"4"-2397,-10 11-775,0 2-88,-4 13 212,1 3 102,1 8 42,3 0 252,8 0-936,0-8-15,2-4 344,0-10 355,-1-6 248,22-12-247,-5-3 9,7-5 0,4-4-664,2-2 1,2-2 553,-5 3 1,3 0 0,1-1-228,2-1 1,1 0 0,2 1-1477,7-2 1,3-1-1,-4 3 1872,7-2 0,-4 2 0,-6 4 0,-6 2 0,-12 6 0</inkml:trace>
  <inkml:trace contextRef="#ctx0" brushRef="#br0" timeOffset="52711">4140 15823 8226,'-57'14'1301,"0"-1"0,10-2 1,5 0 1257,-7 2-1971,30-8-308,-5 1-576,22-5 374,13-2 101,17-4-111,27-6-54,-17 1 0,4 0-629,7-2 1,3-1 622,4 0 0,0-1 0,0 0 1,-1 1-246,-4 1 1,-3 0 448,-4 0 1,-5 2 247,6-2-29,-17 3-62,-42 8-441,-15 2 66,-30 6 328,21-1 1,-2 0-298,-8 4 0,0 0 0,8-1 1,-1 1 84,0 1 0,-3 0 0,4 0 41,1 0 0,0 1-19,-13 3 0,2 1 2,-3 1-246,24-6 456,17-7-395,11-3 219,21-1-72,16-6-71,-2 0 0,4-2-611,10-4 1,3-2 587,-10 3 0,2 0 0,-1 0-5,11-3 0,3-1-4,-7 3 0,5-1 0,1-1 0,-9 3-4,0 0 0,-1 0 11,10-3 0,6-1 0,-13 4 106,-9 1 417,-14 0-797,-56 13 178,-4 1 1,-7 3-871,2 1 0,-3 1 0,0 0 736,-15 4 1,-2 1-569,15-2 0,-3 1 0,0 2 0,3-1 438,-16 8 1,4 0 0,-4-2 0,6 0 0,0 6-1</inkml:trace>
  <inkml:trace contextRef="#ctx0" brushRef="#br0" timeOffset="58377">5233 15850 15866,'-3'1'2150,"1"-1"1077,2 0-3211,3 2 29,8 0-28,5 0 5,10-1-10,-4-1-3365,26-3 3375,-7 0 1,21-4-227,-8 2 215,-1 0 0,-3 1 0,-3 1-57,-4 1 52,-3 1-6,-3 1 6,0 0-1,18 2 1,-20-1 3271,14 2-3289,-16 0 338,3 0-326,9 0 51,-3 0-46,-4-1 1,-8 0-1,-2-1 7,-2 0-12,-5 0 11,17 0-11,-6-1 11,19 0 0,-6 0 0,3 0-5,-1 0 0,-2 0-6,-3 0 5,-6 1-5,-5 1 11,-4 1-11,-8-1-11,10 3 0,-4-2 11,15 1 11,20 0 0,-10-1-8,-17-1 0,0 0-9,12 1 6,-4 0-5,-4 0-1,-11-1 12,2 1-12,-9 0 17,8 1 1,-2 0-12,-2-1 11,18 0-22,-10-1 16,16-1-5,-11-1-17,-1 0 34,-2 0-6,-4 0 1,-4 0 21,-5 0-22,-4 0-5,1 1-12,4 0 12,6 0 0,5 0-29,3-1 23,1 0 0,-2 0 11,-10 0 12,9-1-23,-18 0 5,21-3-21,-14 2 16,12-2 5,-2 0-5,3 1 6,2 0-23,1 1 11,-2 0 18,-4 1-12,-2 0 0,-3 0 11,-7 0 6,8-2 16,-7 0-22,19-3-5,-15 1-12,14-2-33,-12 2 56,6 0-23,-1 1-22,-3 2 34,-4 1-17,-3 1 5,-6 0 23,-3 0-17,0 0 11,2 0-11,12-2 0,-8 1 0,13 0-17,-9 1 23,6 0-6,-2 0 6,4 2-18,-2 0 29,0 2-17,-3-2 23,-3-2-29,3-1-28,3-2 34,2-1-22,2-1-6,2 1 22,-13 1-27,3 1 5,-14 2 0,0 0 17,-2 0 44,1 0-10,10-2-12,-5 0 0,12-2-17,-7 0 1,2-2-1,-3 2 12,-6 1-6,-5 2-6,-5 0-11,-2 1 6,1 0 45,2-1-34,5-1 17,5-2-17,-2 1 0,3-1 16,-9 3 1,0-1 45,-3 2-40,-2 0 320,0-1-381,-4 0-118,-4 1 0,-21-1 140,4 1 14,-8 1 1,-1-1 7,-1 2-16,0-1 0,0 0-62,-11 2-56,-12 1 84,17-1 1,1 0 38,-18 3 11,13-1 1,-5 0 44,-9-1 1,-1 0-1507,5-1 1,0 0 1511,-6 0 0,0-1 34,11-3 0,5-2-186,-10-1 135,-3-3 0,-1-2-10,-2 0-13,18 3 1,-6-1 0,7 2-5,-16-1-3,12 3 0,-7 0 1,7 2-394,-15 1 373,-3 2 0,1 1 5,9 3 25,8 0 1,0 0-3,10-2 0,-1 0-62,-13 2 1,-2 1 89,-1-2 0,2 0-37,13-1 0,2-1 3,-2 0 1,3 0 2793,-7 0-2771,-3 0-12,-11 0 1,2 1-18,-6 1-16,10-2 28,-13 1 22,3-1 178,10-1-192,15-1 0,2 0-3,-1 0 529,-12 0-545,9 1 0,-3 0 275,5 2-287,-17 0 17,3 1 3,16-2 0,-1 0-3,-1 0 1,1 1 10,-19 1 14,13-2 1,1 0-15,-3 1-22,-21 2-11,38-3 22,-4 1-22,0 1 22,-4 1 28,-9 3-11,3 0 17,-5 0-17,9-2 39,-8 0 29,1-2-35,-1-2 6,0 0 17,14-3-28,11 0 107,-2 0-130,10 0 29,-5 0 0,2 0-40,0 0 0,-3 0-16,5 0 11,2 0 28,1 0-12,5 0 370,-1 0-352,2 0 66,-4-1-100,1 0 39,-6-2-28,5 2 51,-2-1-7,-1-2-44,0 2 28,-4-2-5,0-1 10,-2-1 18,-1 0 10,3 0-27,2 2-68,6 1-27,1 1-5002,3 1 5035,3 1 0,-2-1 0,3 1 0</inkml:trace>
  <inkml:trace contextRef="#ctx0" brushRef="#br0" timeOffset="61833">5396 15084 8270,'-9'0'768,"1"0"-936,8 0 454,0 0-191,0 2 17,0 0 95,0 1 85,-1-1 55,0 0-6,0 1-105,1 0 4,0 2 119,0 2 117,0 2-219,0 0 388,0 4-298,0-7 359,0 2-85,0-6 5037,0-1-4830,3-2-262,-1 0-174,1-2-128,0 1-34,-1-1-12,0 1-16,-1 0-34,1 1-90,0-4-78,2-5-6,3-4 12,5-3-17,3-2-17,2 0 22,1 2 6,0 2 0,-4 3-17,-4 4-61,-5 5-101,-3 1-252,-1 2 391,4 1 18,3 0 22,8 0 17,5 0-12,4 0 1,2-1 0,1 1-1,-1-1-10,-5 0-7,-2 0 1,-5 1 17,-2 0-1,-2 0 12,13 0-6,-2-1-5,12 0-6,-4 0 6,0-1-12,-2 0 6,-2-1 0,-5 1-11,-6 0 11,-6 1 0,-4 0 17,0 0 16,5 0-22,6-1 1,9-2-1,5-1-11,3 0-6,-1 1 1,-4 0-1,-7 1 0,-6 0-5,-8 2 17,-2 0 22,0-1-11,6 1-6,7-2 11,6-2-11,4 1-11,0-2 6,-5 2-12,-7 1 18,-7 2 49,-5 0 102,-4 0 1629,1-1-1658,-4 1-112,0-1-139,-10 0 106,2 1-68,-35 0 62,11 0-3,-2 0 1,-1 0-3,-15 2-428,-7 1 439,22 0-11,-3 2 5,8 0 34,-7-1-23,-1 1-16,-10 2 16,16-3-22,-15 4 6,19-4 426,-5 2-426,6-1 16,3-1 23,1 1 22,10-3-22,-7 0-3392,4-2 3369,3 1-33,-11 1 17,7 2 5,-3 0-11,-4 1 39,4 0-5,-1 1 55,4-3 3354,10-1-3404,1-1 23,2-1-29,-4 0 12,-7 0-11,3 0-3421,-11 0 3421,14 0-12,-10 0 6,9 1 0,-3 2-39,2-1 61,0-1 12,5 1 3364,3-1-3387,5-1-319,1 0-174,5 0 432,3 1 89,5 0 28,9 1 34,3-1 11,19-2-62,-5-2-27,-1 0 5,5-6-11,-12 4-29,6-2 12,-2 1 0,3 3-5,-7-1 10,22 1-10,-21 0 10,6 1 12,-1-3 17,2-3-12,2 0-22,7-2-3397,-12 3 3413,-8 2-32,2 1-12,-4 3 16,-6 0-21,7 3 27,-16-1-5,10 3 3431,-1-2-3381,3 0-22,2-1 5,5-1-10,-10-1 4,36-4-27,-24 1 0,12-1 11,-23 4 6,-14 1-6,-1 0 0,-5 0-6,-1 0 17,6 0 0,3-1 1,8-1-12,0 0 5,-3 1 6,0 0-11,-6 0 34,-3 1-23,-2 0-106,-3 0 89,0 4 6,0 0 17,2 5-17,-1-2-5,2 2 33,0 4-12,0 0-10,0 2-577,0 13-3467,0-3 4038,0 8 0,-1-16 0,-1-8 0</inkml:trace>
  <inkml:trace contextRef="#ctx0" brushRef="#br0" timeOffset="64523">6829 14840 6115,'-11'-3'666,"3"0"-593,8 3 140,0 0-1,-5 21 152,4-12 168,-3 16 286,4-16 353,1-2 145,-2 2-156,-1 0-371,-2-1-447,-1-1-252,1 1-62,0 0 5,2 1-27,1-3 11,0 3 16,1-5 174,0 0 516,-1-2 2307,1-2-3069,-2 1 11,2 0 17,-1 1 649,1-1-716,-1 0 16,0 2 34,0 0-45,0 2 0,-1 0 113,2-1 189,0-3 4118,0 0-4095,0-4-173,0-4-51,-1-2-23,-1-1 1,0-1 22,1 0 5,0-4-5,0-1-5,1 0 5,-1 2-6,1 1-22,0 3-28,0 2 17,1 4-45,-1 1-45,2 2-44,3 0 105,-1 1-16,7-1 28,3 1 28,7 0 0,4 0-22,4 0 33,1 1 0,3 0-16,3 1 5,-6-1-17,16 3 17,3 1 0,-8 0-34,-1 0 40,-25-2 11,0-2 0,4 1-6,11-2-11,-8 1 17,16-2-12,-7-2 6,12-1-3397,9 0 3364,-16 1 27,11 1-16,-23 1 11,3 0 11,-6 1-16,-6-2 21,6 0 3371,-8 0-3370,7-1-3415,-1 1 3376,4 1 27,9 0-5,8 1 0,-13 0 0,7 1-5,-18 1-1,1 0 17,-1 0 3370,-6 0-3375,5-1-6,6-1 0,-3 1 16,15-1-27,-2 0 28,0 0-23,-2 0-16,-2 1 0,-12 2 22,2-1 11,-4 0-6,-4-2 23,7 1-33,-3-1 5,8 0 11,1 0-28,7 0 23,8 0-6,-14 0-6,9 0 17,-21 0-22,2-1 0,-7 1 22,1-1-16,4 0 10,1 0-10,8-1 10,0 0-5,7-1-11,1 1 5,5 0 6,-11 2 0,5-1 0,-12 1 6,2-1 5,0-1-5,-4 1 5,6-3-5,-6 3-18,17-4 7,-9 3 5,6-1-17,-2 2-5,-11 1 5,3 1 17,-9-1 0,1 1 0,-2 0 11,6-1-11,-3 0-6,5 0 12,-4 0-17,1 0 16,-6 0 7,-2 0-68,-4 1 22,1-1 34,9 0 0,-3 0 6,16-2-6,1 0 0,-1-1 0,-2 1 22,-12 2-16,-6 0-29,-1 0-5,-1 0 45,3-1 17,7 0-29,1-1-5,17-3 11,-8 0 1,3 0-1,-8 1 34,-10 3-34,-1 0 0,-3 1-543,-2 0 498,1 5 46,0-1-12,3 13-236,0-1-313,0 4-5484,0 5 5185,-1-5 0,-1-4 0,-1-5 0</inkml:trace>
  <inkml:trace contextRef="#ctx0" brushRef="#br0" timeOffset="71456">8553 18022 6887,'-4'0'3165,"1"0"-672,3 0-1329,-42 0-447,18 1 22,-35 1 35,31 1-371,8 1 767,-4-1-542,14-1-169,-3-1-117,11 0-269,1-1-23,8 0 23,1 2 50,11 2 17,4 0 101,18 0-146,-11-2 73,23-2-16,-10 0-46,14 0-39,4-1-248,2 0 232,-2 1 27,-5-1-11,-4 1 34,-4-2 17,2 0-29,5-1-33,4-1-16,3 0-46,-1 2 17,-15 1 40,13 2-29,-24 1 0,11 0 18,-17 0 55,-3-2 6,2 1-34,6-3-17,10-1-44,7 0 27,5 0-10,-12 1 16,17 1-22,-24 0-34,12 0 265,-21 0-226,-9 1-16,-6 0 61,-2 0-33,-2 0 38,11 0-21,-2 0-34,11 0-17,-3 0-12,-2 0 18,-1 0-12,-2 1-10,-3 1 55,0 0-17,-8-1 12,4 0 27,-4-1-5,4 1-39,2-1-11,-4 0 5,7 0 6,-8 2-23,4 0 23,-6 0 45,-3 0-34,-1 0 84,5-1-50,-3 0 44,9-1-22,-1 0-33,6 0 16,4 0-28,-4 0 6,-3 0-34,-10 0-56,-5 0-2463,-3 0 1,0 0 0</inkml:trace>
  <inkml:trace contextRef="#ctx0" brushRef="#br0" timeOffset="72914">11197 18112 17104,'-62'0'728,"10"0"-247,39 0 136,3 0-96,4 0-320,3 0 1233,3 2-1193,-2-1-157,2 1 268,-4 0-178,3-1 336,-2-1-521,2 1 84,6-1 5,0 1 102,21 1-141,2 0 11,20 1-16,3 1-1,-7-2 1,-10 1 0,0 1 5,15-1-11,-14 0 0,1-1 0,19-1 5,-13-1 18,22 0-1,-17-2-14,-13 0 1,1 1-3,23-4-6,-12 2-6,-13 2 0,0 0 12,11-1 16,19 0-50,-17 2 23,-5-2-18,-2 2 1,-1-2-6,-7 0 17,15-1 28,-13 1-6,13-2-39,-11 2 17,-4 0-6,-5 0 11,-4 1-16,-8 0-23,4-1 39,-8 0 29,19-4-29,-4 0 12,16-2-68,-1 0 40,0 2-6,-9 3-45,4 1 51,-18 2-23,3 0 56,-14 1-17,-2-1-10,0 0 4,1 0-10,15-3 11,0-1-28,13-1-12,-4 0 34,-4 2-5,-7 1-34,-3 2 34,-9 0-124,0 0-308,-5-1 1,0 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4:09:26.5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1158 2680 16521,'14'-16'1019,"3"5"-884,13 8 10,-1 3 1,3 4 11,3 2-34,10 3-1763,-8-3 0,3 0 1668,19 1-6,-18-2 1,5-1-1,-5 0-147,-8-1 1,0 0 131,8 0 1,5 1-1,-4 0-2,-11-1 1,1 0 11,16 1 0,6 0 0,-6 0-264,-14-1 1,0 0 261,10 0 0,5 1 0,-5-1-1,-7-1 0,-3 0-9,12 0 1,1 0 5,2-1 1,0 0 7,3-1 1,1 0-430,4 0 0,1 0 421,2 0 1,2 0-12,-11 0 0,1 0 0,-2 0 5,2 0 1,0 0-3,-6 0 1,2 0 0,-4 1 4,-3 0 1,-1 0 1224,8 0 0,1 0-1233,3 1 0,1 0 0,1-1 0,-2 0-1005,-9 0 0,-2-1 1005,-3 0 0,2 0-19,11-1 0,-1-1 19,8 0-3,-8 0 0,4-1-9,-1 0 1,-3 0 6,10-1 5,-10 1 0,1 0 0,9-1 5,-28 2 1,1-1 0,7-1 0,4-1-4,7-1 1,1-1 3,-7 1 0,0-1-6,-2 0 0,-1 1 11,-1-1 0,-2 0 288,-6 1 1,0 1-300,8-2 0,1 0-999,9 1 0,-1-1 993,-17 3 0,1 0-5,11-1 0,0 1 1696,12-1-1691,0 1 3,-17 0 1,2 0-805,1 0 0,-1 0 804,-5 1 1,0-1-7,1 1 1,-3 1 222,7 0-231,11 2 17,2 0 0,6 0 1650,-12 0-1644,-9 0 23,11 0-35,-4 0 1,16-3 1309,-30 2 1,1-1-1305,1-1 0,1 0-1464,7 0 0,-2-1 1475,15 0-25,-20 1 0,-1 0 293,6 0-2939,9-1 2660,-11 3 0,-16-1 0,-10 2 0</inkml:trace>
  <inkml:trace contextRef="#ctx0" brushRef="#br0" timeOffset="1566">1063 5613 17714,'-13'-1'790,"3"0"-841,10 3 79,0 0 280,5 5 567,16 7-467,14 2-218,2-2 1,6-1-65,-2-2 0,0-2-747,5 1 0,-1-1 677,-5-3 0,-1-2 39,24 3 91,-11-5 1,11 0 0,-2-1-90,-13 0 0,-2-1 0,4 0-364,6 0 0,6-1 0,1 0 0,-5-1 364,2-1 0,-4 0 1,-2-1-48,-10 1 0,-2-1 1,2-1 115,10-1 0,2-1 0,-5 0-210,-4-1 1,-2 0 205,16-2 1,-3 0-26,-24 3 0,-4 0 76,12-2 0,-19 5-17,-12 2 998,-8 2-2113,-4 0 1284,-6 2 0,5-2 1,-4 2-1</inkml:trace>
  <inkml:trace contextRef="#ctx0" brushRef="#br0" timeOffset="4050">1429 7273 19680,'-49'-8'2184,"11"2"-2016,36 5-280,1 1 174,12 0 174,13 3-35,28-1-159,-14 0 0,2 0-659,10-1 0,1 0 628,5-2 0,0 1-6,1-1 1,0-1 2,-2 1 1,0-1-18,-4-1 1,0-1-336,-3 2 1,-2-1 337,-12 0 1,0 1-226,9-2 1,-3 0 213,6-1-22,12-3-6,-30 3 1064,-12 3-1255,-8 0-53,-1 2-1475,0 0 1764,2 2 0,-4-1 0,-1 0 0</inkml:trace>
  <inkml:trace contextRef="#ctx0" brushRef="#br0" timeOffset="6802">1760 8875 10629,'-60'1'1794,"-1"0"0,6 0 1,5 0-631,0 2-279,6-1-151,9-1-392,11 0 694,3-1-560,14 0-258,-1 0-106,10 0 364,23-3-313,-1 0-57,9 0 1,7-1-893,17-1 1,5 0 805,-17 2 1,1 0-1,1 0-13,0-1 1,1 2 0,1-1 12,10 0 1,2 1-1,-3 1 3,3-1 0,1 0-14,-4 1 0,4-1 1,-3 1 10,-10-1 1,-2 0-1,0 0-9,0 0 0,1-1 1,-1 1-3,-2-1 0,-1 0 1,-2 0 1,8-1 0,-2-1-21,5 0 1,-4 0 93,0-1-67,0 0-28,-31 4-185,-17 2-595,-1 1-642,0 1 1850,0 7 0,0-6 1,0 4-1</inkml:trace>
  <inkml:trace contextRef="#ctx0" brushRef="#br0" timeOffset="9443">1448 10215 13502,'-49'4'1820,"0"0"1,-3-1 0,8 0-746,21-2-303,-6-2-581,19 1 22,15-2-29,21 0-49,27-2-666,-12 1 0,4 1 553,10-1 0,5 0-13,-15 1 1,2 0-1,0 0 0,6-1 1,0 1-1,1-1-554,2 0 1,1 0 0,1-1 547,1-1 1,1 1 0,0-2-537,0 0 0,1 0 0,0-1 542,-1 0 1,1-1-1,0-1-9,-2 0 0,0 0 0,-1 0-4,-3 0 1,0 0-1,-2 0 0,-6 1 0,0 0 1,-3 1 0,13-2 0,-4 1-25,-12 2 0,-4 2-694,17-1 22,-29 6-4207,-11 7 4907,-17 1 0,2 0 0,-3-3 0</inkml:trace>
  <inkml:trace contextRef="#ctx0" brushRef="#br0" timeOffset="18141">6042 13432 7705,'-6'0'5624,"1"0"-4952,-29 2 0,-9 0-294,2 1-68,-6 0 1,1 0 804,6 0 643,15 0-901,3-2-51,9 0-335,11-1-163,2 0-112,18 4 401,10-2-552,30 2-48,-21-3 0,2 0-14,5-1 1,3 0-148,3 0 1,3 0 148,-8-1 0,1 0 0,-2 0-396,2-1 0,0 0 396,-3 0 0,1-1 1,-3 0-6,-1 0 0,-2-1 3,-1 1 1,1-1-10,9 2 1,-2-1-3029,6 1 3037,8 1-83,-28 1 44,-19 1 341,-2 0-196,-14 0 493,-4 0-515,-33-1-11,-7 0-28,-15 0 1078,10-1 0,-2 0-1092,10 0 0,1 1-3,-9-2 0,-2 1 56,-10 0 1,5 0-29,-2 0 17,2 1 0,2 0 23,7 1 0,-12 2-29,29 1-5,10-1-34,8 0 0,5-1-33,7 0 1180,1-1-1226,3 1 74,3 1 44,24 7-16,18-3-40,-4-1 1,4-1-755,8-2 0,4-2 711,-14-1 0,1 0 0,1-1-30,3 0 1,0-1 0,-2 0 8,10-1 0,1-1-82,-7 0 1,3-2 0,-4 0 8,-1-1 1,-2 0-167,-4 0 0,1 0 0,-2 0 138,-1-1 0,-4 0-154,18-5-67,-28 6 308,-20 4 51,-20 4 5,-29 6 36,-1 1 0,-6 1-91,-6 1 1,-2-1 101,-1 1 1,-4 0 56,8-2 1,-3 0 0,4-1 85,-3 2 1,0-1-37,5 0 1,-3 0 0,2-1-998,-12 3 1,6-1 948,20-3 0,2-1-205,-10 2 0,7 0 295,13-4-34,-5 2-22,26-3 828,7-1-827,15 0-29,27-1-84,-5-1 0,6-2 684,16-2 0,4-1-972,-13 0 1,2-1 0,1 0-588,5-2 0,0-1 0,1 0 875,3-1 0,2 0 0,-7 1 0,-4 0 0,-6 1 0,-6 1 0,-1 0 0</inkml:trace>
  <inkml:trace contextRef="#ctx0" brushRef="#br0" timeOffset="19608">7449 13513 16925,'-22'-35'1523,"4"6"-24,18 26-1309,0 1 788,1-1-249,0 3-525,0 5-187,-1 3-2747,0 10 2736,0-5-2252,0 9 2252,1-11-6,0 9 11,-1-5-11,0 5-23,0-1 2297,1-2-2274,0-2 3398,0-5-3376,0-4-5,0-3 140,-1-3-84,2 0-73,-1 0 11,1 0 11,2 0-33,0 0 17,0 0-62,-1 1-11,-2-1-62,0 1-1765,3 1-481,0 0-6121,4 1 8496,-3 0 0,-1-2 0,-2-1 0</inkml:trace>
  <inkml:trace contextRef="#ctx0" brushRef="#br0" timeOffset="20434">7414 13497 21959,'-3'-24'152,"-1"6"-320,4 21 151,-1 0 84,1 14-61,0-6 38,0 26-16,0-18 108,-2 36-80,-1-26-28,-2 12 5,0-21 68,2-5-11,1-8 414,0 1 672,2-10-796,2-6-312,-1-2 94,5-26-78,-3 4-39,0-9 84,-2 4 50,-4 9-134,1 7 39,-3 4-68,2 13-116,1 1-203,1 5 275,1 9 28,0 1 0,2 17 11,2 8-5,-1-5-23,3 12 62,-4-27 117,0 1-27,-1-13 213,-1-5-113,1-13-213,-1 1-5,0-12 22,-1-6-11,0-14-11,0 2 33,1 0-27,0 24-96,0 8-56,0 7-168,0 5-302,-1 8-1826,4 14-2034,0 3 4459,5 11 0,-4-22 0,1 0 0</inkml:trace>
  <inkml:trace contextRef="#ctx0" brushRef="#br0" timeOffset="21801">17756 13496 8332,'-4'-9'8318,"1"2"-7232,3 7 1598,0 0-2662,-17-15 174,16 16 17,-13-7-113,19 18 68,-1 10 0,-2 1 101,-3 17-112,-3-6-39,-2 5-74,1-16 74,1-1-23,2-8 108,1-1 306,1-6 740,0-4-1059,0-14-94,0-3-57,0-7 56,-5-15 56,-4 1-117,0 0 106,-4 3 22,6 19-50,2 1-123,2 6-51,2 3-89,1 3 129,0 10 22,3 12-23,-2 0 23,4 16 51,1-7-46,-1-5-16,5 5 17,-3-14 5,0-4 34,-2-2 72,-4-10 57,0-1-107,-1-10-44,0-9 38,1-24-4,-1-1 44,1-8 106,0 16-84,1 13 90,-1 7-68,-1 11-167,0 2-23,0 2-16,-4 9 94,0-1-72,-4 16-224,1 3-2101,1 23-532,2-13 2896,5 12 0,0-34 0,1 1 0</inkml:trace>
  <inkml:trace contextRef="#ctx0" brushRef="#br0" timeOffset="24417">7323 13764 7934,'0'-7'2364,"0"2"2531,0 5-1612,-1-1-3020,9 0-128,-3 0 201,27-1-129,-1-1-117,9 1 19,-6-1 0,2-1-2,21 0-251,-22 1 0,1 0 216,8 0 1,0 1-17,-4-1 0,-1 1-39,1-1 0,-1 1-715,5-1 1,-3 1 725,0-1-285,0 0 1,4 1 281,-12-1 1,1 1-15,17-2 0,2 0-8,-6 0 0,0 0-1,3 1 1,0 0 3,1-1 0,-1 2-730,-1-1 0,-2 2 726,-10-1 1,0 1-6,12 0 1,-2 0 158,0 0-145,1 0 0,0 0-27,8-1 394,-16 1 1,3-1-407,-4-1 0,0 1 8,4-1 1,1 1-4,3-2 1,1 1-146,2 1 1,-1 0 158,-10 0 1,0 0 2,5 1 1,-2 0 1596,19-2-1589,-27 2 1,1 0 0,0-1 0,0 0 80,23-1-92,-24 1 1,-1-1 384,12 0-444,-7 1 1,2-1-67,20-1 633,-14 2 0,0 0-560,16-2-29,-12 3 1,2 0-55,-14 0 0,1 0 112,3 1 0,4-1 0,-3 1 32,-4 0 0,-2-1-8,14 1 0,-2-1-477,13 1 460,-23-1 0,0 0-3,21 1-12,-16-1 1,0 0 22,18 0 20,-16 0 0,-2 1-3,13-1 5,-15 1 1,1 0 11,16 0-23,-15 0 1,1 0-4,-7 0 1,-2 2 5,4 0 0,0 0-8,1 2 0,0 0 16,3 0 1,-1 1 5,2 0 1,-1 1 18,0-2 1,0 1 28,0 0 0,0-1 5,0 0 0,0 0-2,1-1 0,0 0-26,3-1 0,-1-1-22,-9 0 0,1 0 4,2-1 1,3 0 0,-2 0-498,6 1 1,0-2 491,-2 1 0,3 0 0,-1-1 4,13 0 0,-1 0-773,0-1 0,0 0 772,-2-1 1,0 0-3,-5 1 0,-1-1-33,-6 0 1,-2 1 46,-8-1 0,-1 0 67,21-3 317,-13 0-390,-1 1-5,3 0-17,11 0 33,-24 2 0,1 1-25,6-1 1,-1 0-9,-7 1 0,1 0 642,21-2 0,1 0-651,-15 0 1,0 0-17,18-1 0,1-1-330,-10 0 0,-1 0 352,1-1 0,0 1-11,2 0 0,0 0 5,2 0 1,0 1 8,3 1 0,0 0 5,3 1 1,-2 1-6,-11 1 0,1 0-2,-4 1 0,4 0 1,-4 0 1,1 1 0,-1 1-3,18 0 0,-1 1-36,-16 0 1,-3 1 46,-2-1 1,-2-1 2,-2 0 0,1 0 8,7-1 1,-2-1 499,17 1-525,-13-1 1,0-1-9,-11 0 0,0-1-9,9 1 1,3-1 11,16 1 0,-1 0 8,-24 0 0,-1 0 3,10 1 0,-3 0 0,-4 0 292,-4 2-309,4 0 1045,-4 1-1045,-1 0 112,6-1-118,8 0-10,9 1-29,-24-2 0,0-1 34,22 2-1625,-5-1 0,-2 0 1642,-4-1 5,1 1 1,-2 0-1,-14-1-55,22 1 21,-22 0 24,9 1 297,-15-2-287,1 0 3409,4 0-3380,6 0-18,-4 0 1,10 0 16,-1 1 1,-1-1 5,5 1-28,-22-1-6,7 0 0,-7 0 1,1 0-12,20 2 17,-9 1-45,25 5 28,-26-3-16,10 2 5,-22-3 5,3 1 18,-6-1 22,0-1-12,-6 0 12,6 1 0,-1-1-17,9 2 0,4-1-6,9-1 6,-12-1 0,5 0 11,-18-2 29,-1 0 32,-7 0-49,-2 0 251,-2 0 0,0 0 1</inkml:trace>
  <inkml:trace contextRef="#ctx0" brushRef="#br0" timeOffset="326799">7666 13413 24575,'8'0'0,"0"0"0,8 0 0,-4 0 0,7 0 0,4 0 0,2 0 0,20 0 0,-2-2 0,15-2-788,2-3 788,-28 3 0,2-1 0,3 0 0,1 0 0,2 0 0,1 0-668,2-1 0,1 1 668,2 0 0,0-1 0,2-1 0,1 1 0,-1-1 0,0 0 0,1 0 0,0 0 0,-2-1 0,1 0 0,10 0 0,0 1 0,-18 2 0,-1-1 0,12-1 0,-1 1 0,8 2 0,-8 1 0,2 0 0,-16 1 0,0 1 0,12 0 0,0 1-256,-4-1 0,-2 1 256,21 0 0,-23 0 0,-1 0 0,8 0 0,-3 0 0,-5 0 713,9 0-713,-13 0 1351,9 0-1351,-10 0 0,2 0 572,-2 0-572,3 0 0,-3 0 0,3 0 0,0 0 0,1 0 0,0 0 0,-1 0 0,3 0 0,0 0 0,2 0 0,0 0 0,-5 0 0,16 0 0,-20 0 0,12 0 0,-20 0 0,2 0 0,4 0 0,2 0 0,-3 0 0,-4 0 0,-6 0 0,9 3 0,-3-2 0,2 2 0,-6-2 0,-7 1 0,1 0 0,-1 0 0,2 0 0,-1 0 0,0 0 0,1 0 0,-3 1 0,2 0 0,1-1 0,-1 0 0,1-1 0,0 1 0,0 0 0,10 0 0,-8-2 0,8 0 0,-9 0 0,13 1 0,-8 2 0,9 0 0,-11 2 0,3 1 0,-4-1 0,2 1 0,-6-3 0,-1 0 0,5-2 0,-5 2 0,5 0 0,-8-2 0,-2 2 0,1-1 0,-1 1 0,1 0 0,-1-1 0,0 0 0,0 0 0,-1 0 0,1 0 0,0-2 0,-1 1 0,-1 1 0,5-1 0,-6 1 0,6-2 0,-7 0 0,1 0 0,-1 0 0,1 0 0,1 0 0,0 0 0,0 0 0,0 0 0,0 0 0,0 0 0,-1 0 0,-1 0 0,2 0 0,-2 0 0,1 0 0,-1 0 0,-2 1 0,-2 0 0,-1 1 0,-4-1 0</inkml:trace>
  <inkml:trace contextRef="#ctx0" brushRef="#br0" timeOffset="329027">12549 13501 24575,'24'0'0,"6"0"0,17 0 0,-10 0 0,3 0-2220,9 0 0,3 0 2220,-10 0 0,1 0 0,1 0-676,6 0 0,0 0 0,1 0 676,-3 0 0,-1 0 0,1 0 0,3 0 0,0 0 0,1 0-508,1 0 0,1 0 0,0 0 508,2 0 0,0 0 0,1 0 0,4 0 0,2 0 0,-2 0 0,-2 0 0,0 0 0,-1 0 0,0 0 0,0 0 0,3 0 0,-6 0 0,2 0 0,2 0 0,-1 0 0,0 0 0,0 1 0,1-1 0,-2 1 0,-4 0 0,-2-1 0,1 2 0,1-1 0,3 1 0,1 1 0,-1 0 0,-4 0-217,-2 0 0,-3 1 0,2 0 217,-2-1 0,2 1 0,0-1 0,-2 1 0,3-1 0,-3-1 0,0 1 0,4 1 0,1 0 0,-4 0 0,8 1 0,-2 1 0,9 1 0,-1 1 0,-18-2 0,-1 0 0,-1 0 0,-2 0 0,12 1 1367,5-2-1367,-1-2 0,-3-2 0,-2-1 0,-4 0 2329,-3 0-2329,-3 0 3629,-2 0-3629,-6 0 1055,-6 0-1055,-3 0 263,-1 0-263,1 0 0,-1 0 0,2-1 0,4-2 0,0-1 0,5 0 0,-5 1 0,-2 0 0,9 1 0,-11 0 0,7 0 0,-3-2 0,0-2 0,1-1 0,-5 1 0,-10 2 0,0 0 0,-2 1 0,4-1 0,-2 0 0,1 0 0,1-1 0,-1 0 0,1 1 0,0-1 0,0 1 0,0 1 0,-1-2 0,-2-1 0,-2 1 0,-1 1 0,1-1 0,-1 1 0,-1-1 0,-1 0 0,-1 0 0,0 1 0,0 0 0,-2 1 0,1 0 0,-1-1 0,0 1 0,0 1 0,0 0 0,0 0 0,2-2 0,-2 2 0,1-2 0,-2 3 0,1-1 0,-1 0 0,0 0 0,-1-1 0,1 0 0,-1 0 0,1 0 0,-2 0 0,0 0 0,0 0 0,-2-2 0,2 2 0,0-1 0,1 2 0,0-1 0,-2 2 0,0-1 0</inkml:trace>
  <inkml:trace contextRef="#ctx0" brushRef="#br0" timeOffset="335844">6602 16369 24575,'14'4'0,"6"-2"0,15-2 0,5 0 0,19 0 0,-23 0 0,0 0 0,20 0 0,-19 0 0,-2 0 0,-6 0 0,10 0 0,-17 0 0,-1 0 0,5 0 0,-3 0 0,10 0 0,-12 0 0,11 0 0,-14 1 0,6 1 0,-7 0 0,0 2 0,3-2 0,-1 0 0,1-1 0,2 1 0,-2 0 0,-2 0 0,-3-2 0,-3 1 0,-2 1 0,-2-1 0,-2 1 0,-1-2 0,1 2 0,-2 0 0,1 5 0,-3-3 0,1 4 0,-3-2 0,0-3 0,0 0 0</inkml:trace>
  <inkml:trace contextRef="#ctx0" brushRef="#br0" timeOffset="338461">8152 16442 24575,'21'0'0,"3"0"0,7 0 0,31 0 0,-11 0 0,-12 0 0,1 0 0,21 0-774,-1 0 774,-28 0 0,0 0 0,26 0 0,-23 0 0,0 0 0,1 0 0,0 0 0,-3 0 0,0 0 0,1 0 0,-1 0 0,23 0 0,-1 0 0,-4 0 190,-4 0-190,-4 0 0,0 0 0,5 0 0,4 0 0,-18 0 0,3 0 0,5 0 0,2 0 0,-4 0 0,0 0 292,4 0 0,1 0-292,4 0 0,2 0 0,-8 0 0,2 0 0,0 0-272,-3 0 1,1 0 0,2 0 271,16 0 0,4 1 0,-1-2-1047,-7 0 1,-1-1 0,-1 0 1046,2 0 0,-1 0 0,0 0 0,-1 0 0,-1 0 0,0-1 0,-2 0 0,-1-1 0,-2 1-904,6 2 1,-1 1 903,-6-2 0,1-1 0,-3 1 0,1 1 0,-2-1-483,1 0 0,0 0 483,0-1 0,1-1 0,-1 1 0,1 0 0,-2 0 0,0-1-2088,7 1 0,-1 0 2088,-7 1 0,-1 0-816,4 1 0,-1 0 816,-4 0 0,-1 1 282,-2 0 1,0 0-283,1 0 0,-1 0 0,-4 0 0,-1 0 0,1 0 0,3 0 0,18 0 0,1 0 0,-19 0 0,-1 0 0,22 0 0,0 0 0,-19 0 0,0 0 0,4 0 0,4 0 0,1-1 0,4-1 0,-2 1 0,8 0 0,1 0 0,0-1 0,4 0 0,-4-1 0,0 1 0,0 1 0,-6-1 0,4 1 0,-3 0 0,-10 0 0,-1 0 0,-2 0 0,17 1 0,-3 0 0,-9-1 0,-4 1 0,-6 0 0,-2 0 598,15 0-598,13 0 4512,-31 0-4512,0 0 5916,-3 0-5916,-3 0 943,-1 0-943,-2 0 0,0 0 0,-1 0 0,0 2 0,2 0 0,0 1 0,-1 2 0,4 2 0,-12-2 0,5 2 0,-10-4 0,1 1 0,-1 0 0,-1-2 0,2 2 0,-4-3 0,2 3 0,-3-2 0,-1 1 0,0 0 0,-2 0 0,-2 1 0,1 0 0,-4 0 0,-2-2 0,2 0 0,-2-2 0</inkml:trace>
  <inkml:trace contextRef="#ctx0" brushRef="#br0" timeOffset="340068">14928 16534 24575,'12'-4'0,"2"2"0,14 2 0,5 0 0,14 0 0,-1 0 0,6 0 0,-1 0 0,4 0-406,-5 0 0,3 0 0,2 0 406,-8 0 0,1 0 0,1 0 0,-1 0-596,9 0 1,-1 0 0,4 0 595,-7 0 0,3 0 0,3 0 0,-3 0 0,-3 0-1463,6 0 0,-3 0 0,2 0 1463,-3 0 0,3 0 0,-1 0 0,-4 0 0,-4 1 0,-2-1 0,-1 2-1445,-2-1 0,1 1 0,-2 0 1445,18 2 0,-3 0 0,-4 1 0,-2 0-115,-2 0 0,-1 0 115,0 0 0,0 1 0,1-1 0,0 1 0,-5-1 0,0 1 0,-2-1 0,-2 0 0,-4-1 0,-1 0 253,3 0 1,-1 0-254,-2-1 0,0 0 0,2-1 0,-1 0 0,-2-1 0,0 0 0,-1 0 0,-1-1 0,0 0 0,-1 0 0,26 0 0,-22 0 0,0 0 0,16 0 0,-19 0 0,-1 0 3027,17 0-3027,-14 0 0,1 0 0,21 0 0,-20 0 0,-1 0 5972,14 0-5972,-5 0 829,-14 0 0,1 0-829,26 0 0,2 0 794,-12 0-794,-7 0 0,-10 0 0,11 0 0,-8 0 0,9 0 0,7-2 0,4 0 0,3-1 0,0 0-560,2 0 560,0 1 0,-1-2 0,0-1 0,-6 0 0,-3-1 0,5-3 0,-17 4 0,17-5 0,-23 7 0,6-1 0,-12 4 0,4-3 0,-9 2 560,9-2-560,-15 2 0,2 1 0,-8 0 0,-2 0 0,2 0 0,-4 0 0,0 0 0,-4 0 0</inkml:trace>
  <inkml:trace contextRef="#ctx0" brushRef="#br0" timeOffset="3.5806E6">8853 8742 24575,'51'0'0,"0"0"0,5 0 0,4 0 0,-2 0 0,5 0 0,5 0-1967,-10 0 1,4 0 0,4 0 0,-1 0 0,-2 0 1668,-7 0 0,-2 0 0,0 0 0,2 0 0,3 0 298,-7 0 0,2 0 0,2 0 0,1 0 0,1 0 0,2 0 0,1 0-240,-2 0 1,2 0-1,2 0 1,1 0 0,1 0-1,0 0 1,-1 0 0,0 0-1,-3 0 240,1 0 0,-1 0 0,-2 0 0,1 0 0,-1 0 0,1 0 0,0 0 0,3 0-88,-7 0 0,3 0 0,0 0 0,1 0 0,0 0 0,1 0 1,-2 0-1,-1 0 0,-1 0 0,-3 0 88,8 0 0,-1 0 0,-3 0 0,0 0 0,-1 0 0,-1 0 0,0 0-339,5 0 1,-1 0 0,-1 0 0,0 0 0,0 0 0,0 0 338,0 0 0,-1 0 0,-1 0 0,2 0 0,2 0 0,2 0 0,-8 0 0,1 0 0,3 0 0,1 0 0,0 0 0,1 0 0,-1 0 0,0 0 0,-1 0 0,4 0 0,0 0 0,0 0 0,0 0 0,-1 0 0,0 0 0,-1 0 0,1 0 0,-4 0 0,1 0 0,-1 0 0,0 0 0,0 0 0,-2 0 0,0 0 0,-1 0 0,9 0 0,1-1 0,-2 1 0,-2 0 0,-3 0 0,-4 1 164,-1 0 1,-4 1 0,-2 0-1,1 0-164,4 2 0,0-1 0,1 1 0,-1 1 0,-2 0 0,0 0 0,0 0 0,0 1 0,3 0 0,1 1 0,-1 0 0,0-1 0,-1 1 0,-1-1 0,0 0 0,0 0 0,12 2 0,-1-1 0,-1 0 487,-9 0 1,-1 0 0,-2-1-488,15 2 0,-4 0 1231,-11-2 1,-2 0-1232,-7-1 0,-2 0 2104,-3-1 0,-3 0-2104,19 3 3716,-14-3-3716,-6-2 2383,-5 0-2383,-8-2 1349,-1 0-1349,-9 0 144,4 0-144,-2 0 0,3 0 0,-2 0 0,12 0 0,8 0 0,8 0 0,4-2 0,11-4 0,-13 3 0,14-4 0,-17 5 0,4-1 0,0 0 0,1 0 0,8-1 0,4-1-821,8 0 821,-28 2 0,1-1 0,0 1 0,-1 0 0,3 0 0,1 1 0,0-1 0,0 1 0,1 1 0,-1-1 0,2 1 0,-1-1 0,-5 1 0,0 0 0,15 1 0,0 0 0,-14 0 0,0 0 0,12 0 0,2 0-89,0-2 0,1 0 89,7 2 0,-1-1 0,-5-2 0,-1 0 0,1 2 0,0-1 0,-8 0 0,-2-1 0,-8 1 0,1 0-3227,16 0 1,-1 1 3226,2-1 0,9 2 543,-23 0-543,-1 0 125,5 0-125,3 0 0,1 0 0,2 0 0,1 0 0,1 0 0,7 0 0,-1 0 6212,7 0-6212,-3 0 0,-7 0 0,0 0 0,-8 0 0,8 0 0,-4 0 0,6 0 0,-21 0 0,-2 0 0,-16 0 572,0 0-572,0 0 0,2 0 0,-4 0 0,6 0 0,-8 0 0,0 0 0,-3 0 0,-4 0 0,2 0 0,1 0 0,0 0 0,-1-1 0,0-2 0,-1 0 0,0-1 0,0-1 0,0 2 0,-3 0 0,0 2 0</inkml:trace>
  <inkml:trace contextRef="#ctx0" brushRef="#br0" timeOffset="3.58164E6">22114 8796 24575,'46'0'0,"1"0"0,0 0 0,6 0 0,2 0 0,2 0 0,-5 0 0,2 0 0,3 0 0,2 0-1639,-4 0 1,4 0-1,3 0 1,-1 0 0,0 0-1,-4 0 1341,-3 0 0,-3 0 0,0 0 0,1 0 0,4 0 298,1 0 0,4 0 0,3 0 0,1 0 0,-2 0 0,-4 0 0,-6 0-380,2 0 1,-6 0 0,-1 0-1,3 0 380,-1 0 0,3 0 0,1 0 0,-2 0 0,-4 0 614,9 0 1,-5 0 0,-1 0-615,-3 0 0,-1 0 0,-4 0 0,5 0 0,-5 0 0,-6 0 0,-8 0 0,-16 0 0,-12 0 1174,-9 0 1,0 0 0,3 0 0</inkml:trace>
  <inkml:trace contextRef="#ctx0" brushRef="#br0" timeOffset="3.58293E6">845 9445 24575,'48'0'0,"-1"0"0,1 0 0,-5 0 0,7 0 0,6 0 0,4 0 0,2 0 0,2 0 0,-1 0 0,0 0 0,-3 0-1093,-1 0 1,-2 0 0,0 0 0,0 0-1,0 0 1,3 0 0,1 0 0,4 0-1,3 0 1010,-16 0 0,2 0 0,2 0 1,2 0-1,1 0 0,2 0 0,1 0 1,1-1-1,1 1 0,0 0 0,1 0 1,0 0-1,0 0 0,-1 0 0,0 0 1,-1 1-1,-1-1 0,0 0-44,0 1 0,0-1 0,-1 0 1,1 1-1,-1 0 0,1-1 0,-1 1 1,0 0-1,0-1 0,0 1 1,0 0-1,1 0 0,-1 0 0,1 0 1,0 0-1,0-1 0,1 1 127,-1 0 0,0 0 0,0 0 0,1 0 0,0 0 0,1 0 0,-1 0 0,1 0 0,-1 0 0,1 0 0,-1 0 0,1 0 0,-1 0 0,0 0 0,-1 1 0,0-1 0,0 1 0,-1-1-55,4 1 0,0 0 0,0 0 0,0 0 0,0 0 0,-1 1 0,1-1 0,-2 1 0,1-1 1,-1 1-1,-1-1 0,0 1 0,-1-1 0,0 1 0,-2 0 0,0-1 55,7 1 0,-2 0 0,0 0 0,-2 1 0,0-1 0,-1 0 0,-1 0 0,1 1 0,-2-1 0,1 1 0,0-1 0,0 1-185,2 0 1,1 0-1,-1 0 1,1 1 0,-1-1-1,-1 1 1,0-1-1,-1 1 1,-1-1 0,-1 0-1,-2 0 185,8 0 0,-2 1 0,-2-1 0,-1 0 0,-1 0 0,0-1 0,0 1 0,0-1 0,0 1 0,0-1 0,1 0 0,-1 1 0,-1-1 0,-1-1 0,-2 1 0,-3-1 0,11 1 0,-3-1 0,-2-1 0,-3 1 0,0-1 431,1-1 1,-1 0-1,-2 0 1,-2 0-432,4 0 0,-2 0 0,-3 0 0,6 0 0,-4 0 1441,-10 0 1,-4 0-1442,4 0 4312,-12 0-4312,-8 0 6448,-12 0-6448,-11 0 253,-8 1 1,2 0 0,0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5:15:52.6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1647 2791 24575,'-4'0'0,"37"0"0,13 0 0,8 0 0,5 0 0,5 0-2605,-5 0 1,4 0-1,3 0 2605,-17 0 0,3 0 0,0 0 0,0 0 0,-1 0-938,4 0 0,-3 1 1,1-1-1,4-1 938,-6 1 0,2 0 0,2 0 0,1-1 0,-2 1 0,-2-1 0,1-1 0,-3 0 0,0 0 0,0 0 0,2 0-315,6-1 0,1 0 0,2 0 0,-1 0 0,1 0 315,0-1 0,1 0 0,0 0 0,0 0 0,0 0-406,-9 1 1,1-1 0,-1 1 0,1-1 0,0 1 0,0-1 405,0 1 0,2-1 0,-1 1 0,0-1 0,-1 0 0,0 1-101,5-1 0,-1 0 0,-1 1 1,0-1-1,0 0 101,-3 0 0,-1 0 0,1 0 0,-2 0 0,1-1 0,9 0 0,-1 0 0,0 0 0,0 0 0,-3 0 0,0 1 0,0 0 0,-1 0 0,2-1 0,1 1 0,-1 0 0,-1 1 0,-5 0 0,-1 1 0,0 0 0,-2 0 391,9 1 0,-1-1 0,-3 2-391,-10-1 0,-2 1 0,0 0 1097,19 0 0,-3 0-1097,-15 0 0,-1 0 0,17 0 0,0 0 0,-18 0 0,0 0 0,2 0 0,3 0 0,-5 0 0,-4 0 0,-1 0 0,21 1 0,-3-2 0,1 0 0,-21 0 0,-2-1 0,6 0 3850,-5 0-3850,1-1 0,-10 2 0,-1-2 4846,-11 1-4846,-1 1 0,-1-1 2615,-1 1-2615,-2 1 1397,-2 0-1397,0 0 0,-1 1 0,-3 4 0,0-3 0,-3 3 0</inkml:trace>
  <inkml:trace contextRef="#ctx0" brushRef="#br0" timeOffset="5232">6021 13478 24575,'-5'0'0,"33"0"0,14 0-4916,11 0 1,11 0 4418,-13 0 1,2 0-1,4 0 497,-1 0 0,3 0 0,1 0 0,1 0-316,-10 0 0,0 0 0,0 0 0,1 0 0,1 0 316,1 0 0,1 0 0,1 0 0,0 0 0,0 0-217,4 0 1,0 0 0,1 0 0,-1 0 0,0 0 216,-1 0 0,-1 0 0,0 0 0,0 0 0,2 0-359,-6 0 0,1 0 1,1 0-1,0 0 0,0 0 1,-1 0 358,0 0 0,-1 0 0,1 0 0,-1 0 0,-1 0 0,0 0 79,8 0 1,-1 0 0,0 0 0,0 0-1,-2 0-79,-1 0 0,-1 0 0,-1 0 0,0 0 0,0 0 0,-4 0 0,-1 0 0,0 0 0,2 0 0,3 0 0,-2 0 0,4 0 0,2 0 0,1 0 0,0 0 0,-2 0 0,-3 0 0,5 0 0,-3 0 0,-2 0 0,3 0 0,5 0 0,-7 0 0,5 0 0,3 0 0,2 0 0,-1 0 0,-2 0 0,-3 0 0,-6 0 0,13 0 0,-6 0 0,-3 0 0,5 0 0,-3 0 0,4 0 0,0 0 0,-1 0 0,-5 0 0,-5 0 0,-4 0 0,0 0 0,2 0 0,0 0 0,3 0 0,0 0 0,-1 0 0,-3 0 0,12 0 0,-4 0 0,3 0 125,-8 0 1,3 0-1,-1 0 1,-5 0-126,15 0 0,-4 0 534,-11 0 1,2 0 0,-4 0-535,5 0 0,-1 0 0,-6 0 0,2 0 0,-4 0 0,0 0 0,-3 0-222,2 0 1,-1 0 221,-5 0 0,-2 0 1689,22 0-1689,-1 0 0,-4 0 0,-2 0 1175,-6 0-1175,-6 0 4592,-8 0-4592,-6 0 6437,-6 0-6437,-3-1 180,-3-1-180,0 0 0,3-1 0,-4 2 0,8-3 0,-9 2 0,4 0 0,-7 1 0,2 0 0,-2 1 0,1-1 0,-5-1 0,-2-2 0,-3-4 0,1 5 0,-1-3 0</inkml:trace>
  <inkml:trace contextRef="#ctx0" brushRef="#br0" timeOffset="6743">1545 7283 24575,'42'0'0,"7"0"0,-13 0 0,6 0-2650,7 0 1,7 0-1,-2 0 2650,-7 0 0,-2 0 0,4 0 0,5 0 0,5 0 0,1 0 0,-4 0 0,1 0 0,-3 0 0,1 0 0,-7 0 0,0 0 0,0 0 0,-1 0-419,7 0 1,-1 0 0,1 0 418,6 0 0,1 0 0,-2 0 0,-8-1 0,-2 0 0,0 0 153,0 1 1,-1-1-1,-2 0-153,9-2 0,-3 1-290,-8-1 0,-2 0 290,-6 2 0,-2-1 1516,0 1 0,-2-1-1516,18 2 3176,-4 0-3176,-22 0 2003,-3-1-2003,-16 1 1006,-5 1-1006,-10 11 0,5-8 0,-4 7 0</inkml:trace>
  <inkml:trace contextRef="#ctx0" brushRef="#br0" timeOffset="8198">1468 8120 24575,'27'0'0,"16"0"0,-11 0 0,2 0-1794,11 0 0,2-2 1794,6-1 0,3-1-760,-12 0 0,1 1 0,1 0 760,-2 0 0,2-1 0,2 1 0,1 0 0,4 0 0,1 0 0,-4 0 0,2 2 0,-3 0 0,1 0 0,9-1 0,2 0 0,-6 0 0,-3 2 0,-4 0 364,-7 0 1,-1 0-365,-8 0 0,0 0 0,8 0 0,-3 0 0,7 0 1551,2 0-1551,-27 0 2869,5 0-2869,-10 0 719,2 0-719,-9 1 0,-4 2 0,-1 4 0,-1-4 0,-1 2 0</inkml:trace>
  <inkml:trace contextRef="#ctx0" brushRef="#br0" timeOffset="12974">1893 8801 24575,'35'0'0,"1"0"0,12 0 0,4 0 0,-4 0 0,3 0 0,3 0-973,-3 0 1,3 0-1,1 0 1,1 0 972,-6 0 0,1 0 0,1 0 0,-1 0 0,0 0-826,9 0 0,0 0 1,-1 0-1,-1 0 826,-3 0 0,-2 0 0,0 0 0,-4 0 0,-1 0 0,-2 0 0,-3 0 0,13 0 0,-4 0 759,-10 0 0,-1 0-759,3 0 0,-3 0 0,13 0 0,-4 0 0,-35 0 0,-8 0 1644,-7 0-1644,-6 0 0,1 0 0,-1 0 0</inkml:trace>
  <inkml:trace contextRef="#ctx0" brushRef="#br0" timeOffset="15999">1797 9504 24575,'16'-3'0,"3"1"0,37 2 0,-14 0 0,6 0 0,-1 0-3212,7 0 1,2 0 3211,0 0 0,5 0 0,-5 0 0,1 0 0,-3 0 0,4 0 0,1 0 0,1 0 0,-3 0 0,-10 0 0,-2 0 611,-6 0 1,-2 0-612,25 0 0,-3 0 0,-2 0 1161,-9 0-1161,-14 0 0,-10 0 0,-9 0 3403,-6 0-3403,-4 1 636,-3 1-636,-2 2 0,-2-1 0,0-2 0</inkml:trace>
  <inkml:trace contextRef="#ctx0" brushRef="#br0" timeOffset="18799">1598 10362 24575,'27'0'0,"14"0"0,17 0 0,-20 0 0,6 0 0,0 0 0,6 0 0,2 0 0,-2 0-1140,2 0 1,-1 0 0,5 0 1139,-4 0 0,6 0 0,2 0 0,-2 0 0,-5 0-1144,7 0 0,-4 0 0,2 0 1144,-8 0 0,3 0 0,-2 0 0,-2 0 0,0 0 0,-3 0 0,-1 0 665,14 0 1,-2 0-666,-3 0 0,-4 0 0,-16 0 0,-4 0 0,25 0 1430,-26 0-1430,-16 2 0,-7-2 0,-2 1 0</inkml:trace>
  <inkml:trace contextRef="#ctx0" brushRef="#br0" timeOffset="23125">1046 7107 24575,'11'-3'0,"2"1"0,12 2 0,-7 0 0,-2-1 0,1-6 0,-3 0 0,7-16 0,-5-11 0,2-18 0,-5-9 0,-3 13 0,-4 6 0,-2 18 0,1 2 0,1 3 0,-1 4 0,0-2 0,0 1 0,0 0 0,2 1 0,-2 2 0,0 3 0,0 0 0,0 1 0,-1 1 0,-1 4 0,-1 1 0</inkml:trace>
  <inkml:trace contextRef="#ctx0" brushRef="#br0" timeOffset="24581">727 10084 24575,'5'-4'0,"9"2"0,1 2 0,6 0 0,-2 0 0,-5 0 0,-2 0 0,-3 0 0,-2-2 0,2-5 0,3-6 0,0-4 0,2-3 0,0-2 0,3-2 0,1-4 0,2-3 0,3-2 0,1-1 0,1 0 0,8-11 0,-9 15 0,13-18 0,-19 26 0,3-4 0,-9 11 0,-3 6 0,-2 1 0,-3 5 0,-2 1 0,-1 1 0</inkml:trace>
  <inkml:trace contextRef="#ctx0" brushRef="#br0" timeOffset="28760">10864 13416 24575,'14'-3'0,"21"1"0,17 2 0,-20 0 0,4 0 0,14 0 0,4 0 0,-12 0 0,2 0 0,0 0-2000,0 0 0,1 0 0,1 0 2000,2 0 0,1 0 0,-2 0 0,10 0 0,1 0 0,-4 0 0,3 0 0,-1 0 0,-12 0 0,-1 0 0,2 0 0,12 0 0,2 0 0,-3 0 0,3 0 0,0 0-275,-4 0 0,4 0 0,-4 0 275,-1 0 0,-2 0 0,-6 0 0,1 0 0,-3 0 0,6-3 0,-6 1 1088,17 1-1088,-20-1 0,-1 0 0,4 2 0,-4 0 0,-4 0 2791,-4-1-2791,-6-1 2447,-2 0-2447,-5 0 499,-3 1-499,-4-1 0,0 0 0,-3-1 0,-1 1 0,2-2 0,-2 1 0,0-1 0,-1 3 0,-1-1 0,0 1 0,3-1 0,-2 0 0,1 1 0,-3-1 0,0 0 0,-3 1 0,-1-1 0,-1 2 0</inkml:trace>
  <inkml:trace contextRef="#ctx0" brushRef="#br0" timeOffset="37711">11508 13364 24575,'7'-3'0,"6"0"0,10 3 0,14 0 0,15 0 0,-18 0 0,1 0-673,4 0 1,1 0 672,4 0 0,-1 0 0,2 0 0,1 0 0,0 0 0,2 0 0,-4 0 0,2 0 0,0 0 0,-3 0 0,-1 0 0,2 0 0,15 0 0,2 0 0,-3 0 0,5 0 0,-2 0 0,-13 0 0,1 0 0,-4 0 0,-1 0 0,-3 0 0,2 0 0,1 0 163,-2-1 1,-2-1-164,22-3 0,-28 3 0,-3 0 0,4-1 0,-16 3 0,-10 0 1018,-5 0-1018,-5 0 0,-2 0 0</inkml:trace>
  <inkml:trace contextRef="#ctx0" brushRef="#br0" timeOffset="51894">5491 17118 24575,'25'0'0,"20"0"0,14 0-1258,-20 0 0,1 0 1258,1 0 0,1 0 0,6 0 0,1 0 0,2 0 0,1 0-779,2 0 1,0 0 778,0 0 0,-1 0 0,-2 0 0,1 0 0,1 0 0,1 0 0,4 0 0,-1 0 0,-2 0 0,2 0-376,-14 0 0,1 0 0,-1 0 376,11 0 0,0 0 0,-12 0 0,1 0 0,-1 0 0,13 0 0,-1 0 0,-4 0 0,2 0 0,-7 0 0,2 0 0,-2 0-102,4 0 0,1 0 102,0 0 0,4 0 0,-2 0 0,12 0 0,-3 0 0,-2 0 0,0 0 0,-13 0 0,3 0 0,-3 0 0,9 0 0,-2 0 0,2 0 0,1 0 0,-12 0 0,2 0 0,-3 0 38,6 0 0,-3 0-38,2 0 0,-1 0 0,-7 0 0,-2 0 0,17 2 0,5 1 0,-2 4 482,-19-2 0,0 2-482,12 3 0,-13-2 0,-1 0 0,7 4 2176,4 1-2176,-5-1 0,5 0 123,-13-4 0,2 0-123,6 0 0,0 0 0,-2-1 0,-1-1 0,2-1 0,-2 0 0,22 1 0,-28-3 0,2 1 0,2 1 0,0 0 0,1 0 0,-1 0 0,1 0 0,0 0 0,1 0 0,0 0 293,1 0 1,0 0-294,2 1 0,1-1 0,1 0 0,2 1 0,-1-1 0,3 1 0,-2-1 0,8 0 0,-1 0-386,-7-1 0,2 1 1,0-1 385,-4 0 0,-1 0 0,-2-1 0,2 1 0,1 0 0,-1 2 0,3 0 0,-4 0 0,-1 1 0,-3-1 0,4 1 0,-1 0 0,-3 0 0,-2-1 0,24 1 0,-29-4 0,0-1 0,28 0 0,2-1-580,-1-1 580,0 0 0,-5 0 0,6 0 0,-9 0 0,6 0 0,-1 0 0,-13 0 259,-8 0 0,0 0-259,23 0 0,-27 0 0,0 0 0,19 0 1914,-20 0-1914,-2-1 0,-4-1 0,-7-1 661,-2 0-661,-4 1 0,-4 0 0,-3 1 0,-3 1 0,-1-2 0</inkml:trace>
  <inkml:trace contextRef="#ctx0" brushRef="#br0" timeOffset="356583">17863 12638 24575,'0'0'0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5:24:44.0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2321 2386 21534,'3'42'287,"0"-1"1,0 19 0,-3-5-142,-3-15-62,1-4 0,-2-2 380,-6-6 880,-1-6-957,2-5 201,2-12-285,5-18-46,1-15-178,0-2 13,5-1 1,2-1-43,1-4 37,5-3 0,2 0-15,2 4-38,4-6-12,-8 22-22,-2 12-11,0 2-50,11 8 21,13 13 24,-4-2-52,19 20-27,-4 3 50,-3 2 17,1 0 17,-20-16 34,-10-11 122,-6-7-83,-5-5 50,3-14-79,-2-6 85,6-24-96,-3 14 12,7-10 0,-1 19-40,5-1 6,-2 9-11,4 6-23,7 10 29,-4 2 16,16 13-28,-11 6 0,12 20-22,-7-4 28,1 3 0,-13-20 22,13-4 6,-5-16 16,15-12 46,-2-18-26,-16 1 0,-2-4 8,-4 4 1,-2-1 22,14-25 62,-15 10 50,-10 19-112,-1 3 11,-3 11-134,-2 8 16,0 16-21,-1 21-203,4 10-268,6-12 0,2 0-213,9 5-723,2-14 0,5-4 1451,26-2 0,-17-4 0,-1-7 0</inkml:trace>
  <inkml:trace contextRef="#ctx0" brushRef="#br0" timeOffset="184">3400 2193 23220,'-6'-3'2549,"2"1"-4415,4 2 713,5 12-4975,19 9 6128,3 8 0,0-8 0,-11-8 0</inkml:trace>
  <inkml:trace contextRef="#ctx0" brushRef="#br0" timeOffset="1008">4300 2369 25206,'-55'-1'187,"-1"-1"1,1 1 0,4-9 0,3 7-177,-8 24 0,9 7 16,20-4-33,-3 22-11,14-7-22,3 16 10,25-20 18,12-10-11,20-13 22,14-15-667,-25-4 1,-1-4 700,20-10-228,-7-9 437,-23-3 1,-5-4-107,-8 6 1,-1-3-12,3-21 0,-4-3-442,-10 10 0,-5 1 422,0-1 1,0 1 2,-1 5 0,-1 1-83,3 7 1,1 3 68,-2-8 1229,3 12-1374,3 20 261,1 5-234,9 21 29,9 20-12,3 7-738,-2 11 1,-1 4 639,-9-23 1,-2 2-250,0 7 0,-2 8 0,1 2 1,-1-5-358,-1-6 1,0-3 0,1 2 326,3 15 1,2 3-1,2-6-71,1-6 1,7-7-1690,25-3 1,6-11 591,8-8 608,-10-16 0,8-5 0,-4-5 1119,0-9 1,-1-6 510,-2 0 0,3-1 0,-4-2 49,-1-3 1,-4-5 571,-7 1 1,-1-5 0,-4 2-765,-6-1 0,-3 0 74,7-14 1,-4 1-86,-10-7 520,-29-4-684,-15 31-134,-25-2-78,-7 24 618,28 8 0,0 4-773,1 4 1,2 3 0,0 5 0,3 2-17,2 5 0,3 2 3,2 4 0,3 0-6,-7 22-51,15-14 1,7 0-22,14 8 572,0-16 1,7-5-523,37-2 34,-2-16 5,4-14 5,-10-19 1,-2-7 127,-12 3 0,-1-5-102,5-10 1,1-8 0,-6 3-376,-8 1 0,-5-1 375,-4-3 1,-3-5 0,-2 2-1102,-5-6 0,-4 3 1112,3-1 0,-3-3 146,-5 5 1,-3-3 0,0 9-116,1 15 0,-1 2 72,-9-27 1,-2 6 194,-4 25-272,0 4 201,9 14-314,6 20-1733,4 26 1764,2-2 0,-1 6-34,1 17 1,0 5 211,0-13 1,0 4 0,0 0-507,0 4 1,1 2 0,1-1-365,1 0 0,1-1 0,3-1-2063,2-4 0,2-1 1,2-3 2768,7 10 0,2-7 0,-5-18 0,-1-5 0,5 1 0</inkml:trace>
  <inkml:trace contextRef="#ctx0" brushRef="#br0" timeOffset="2034">5927 2670 11726,'-3'7'7063,"0"-2"-4839,3-5 375,0 0-190,3 8-1776,-3-7-460,3 5 79,-3-19-190,-1 1 39,1-22-45,-1-7-37,3 10 1,0-5 22,2-20 0,1-6-1109,0 3 0,0-1 1058,1-2 1,-2 0 19,-1 0 1,-1 1-435,-2 14 1,0 2 436,-3-8 0,0 1 8,-1 11 1,-2 3 72,-8-18-78,3 30-84,2 11 1943,6 21-1882,-3 20 12,-3 36-8,2-19 0,0 8 0,0-2-233,-1 7 0,0 3 233,2-13 1,-2 5 0,1 0 0,1-4-5,1-4 0,0-2 1,1 2-16,-1 6 1,0 1-1,2-1-270,1 12 0,4-2 61,6-7 1,3-6 83,7 6-156,25-14 44,2-53 174,-12-2 0,2-6-361,6-9 1,0-5 449,4-7 1,-1 1-1,-10 7 1,0 1-664,6-9 0,-3 2 983,-6 3 22,3-6 180,-30 33-460,-15 15-56,-3 10-11,-3 4 710,2 12-693,9 0 3375,4 8-3381,12-2 0,21-1-11,7-13 12,16-5-3365,-6-22 3392,-12-2 67,4-31-22,-24 1-33,3-10 49,-16-6-4,-12 10 44,-6-8 140,-17 10-174,3 18-2311,-8 16 2216,15 14 6,-5 18 11,5 12-6,7 1 1,1 3-23,4-1 0,2 1 1018,0 1 0,2 0-1068,4 0 0,4-2-471,14 21-2933,7-20 0,5-2 3454,-3-12 0,1-3 0,23 14 0,-24-28 0</inkml:trace>
  <inkml:trace contextRef="#ctx0" brushRef="#br0" timeOffset="3604">6953 2609 20056,'-7'-53'1654,"-1"1"0,0-2 0,2 12-1514,5 31-73,-1-4-129,1 16 40,0 5 84,-1 34-12,-1 8-163,1-9 1,1 1 117,0-3 1,2-1-4,2-4 1,4-2 37,12 17-12,3-20 135,29-20-34,-4-24-418,10-5 409,-18-6 1,-3-4 153,5-15-123,-13 13 1,-5-3 46,-12 6 1,-4 1-87,-3-7-5,-8 3 61,-7 25 76,-1 7-244,-1 5-6,-9 43 1,15-16 5,-2 5 0,4 1-34,13 7 6,12 5 22,15-10 371,12-15-365,4-12-11,-3-15 22,-8-10 28,-11-14 1,-8-9 44,-4-21-62,-8 17 17,-4-19 23,-4 25-23,-1-2-11,-2 12-50,1 13-68,-2 8-100,2 10-197,6 8-262,7 11-730,16 9-1348,18 1 559,-15-19 0,3-2 602,-5-3 1,3-3 1565,18-2 0,-3-2 0,-11-3 0,18-1 0</inkml:trace>
  <inkml:trace contextRef="#ctx0" brushRef="#br0" timeOffset="4368">8323 2361 12298,'5'-6'9337,"-2"2"-7785,-3 4-550,2-67-352,-16 46-353,0-14 0,-4 4-152,-15 31-16,-13 9 106,-6 25-128,9 2-82,11-8 0,3 2-28,9-3 1,3 0-4,-8 25 6,12-6-11,17-7 11,13-10 11,15-13 11,9-12 12,9-15 5,1-14 45,-3-12 45,-26 11 0,-2-2 0,4-8 167,-9-12-27,-14 25-67,-7-1-90,-6 11-39,-5 8-51,-6 15-16,0 11-23,-1 11-6,8 18 18,7-14-1,14 16-5,11-19-17,15 6 17,0-17 0,5-5 5,4-4 0,0-3 3,-3-1 1,-2-2 13,26-9-17,-31-13 23,-3-7 0,0-12 5,-10-8-16,-10-10 13,-7 18 1,-1 0-3,0-13 11,-3-4 118,3 16-79,3 13-39,2-5-28,10 16 0,-3 7 0,10 4 0,-4 10 5,4 9-10,-3 1 21,-2 9 1,-1 1-5,2 0-18,-1 3 0,2 1-10,6 2-1,10 6 11,7-8 0,-11-21 1,0-3-6,14 2 13,-9-12 1,0-4 14,15-13-353,-19 3 1,0-4 340,-2-2 1,-3-3 8,-2-2 0,-3-1 36,6-27 57,-14 3 27,-17 7 6,-12 9 73,-13 8-128,5 11-85,4 6 683,12 7-683,6 7 0,2 8 0,0 16 0,10 30-236,-3-28 0,2 0-2365,6 11 1,2-2 203,14 14 2397,-11-25 0,0-5 0,-3-5 0,1-1 0</inkml:trace>
  <inkml:trace contextRef="#ctx0" brushRef="#br0" timeOffset="4801">10907 2138 23011,'-10'-52'824,"0"0"1,0 0 0,-3-7 0,-1 5-604,0 13 1,-1 9 2,-1 11-184,9 34-1,12 35-28,3 8-478,-1-20 1,1 3 460,0 3 1,1 4-1,0-2-25,-1 0 0,0 3-100,1 11 1,0 8-1,-3-3-239,-2-17 1,-3-2 0,0 3-710,0 1 1,0 4 0,-1 0-1,0-3-1306,-1 2 1,1-3 0,0 0 2384,-1-2 0,0 0 0,0-8 0,2 8 0,0-29 0</inkml:trace>
  <inkml:trace contextRef="#ctx0" brushRef="#br0" timeOffset="5318">10780 2591 19361,'-37'-24'1344,"1"1"0,0-1 0,-7-6 1,6 7-1261,7 12-73,22 10-5,12 3-1,29 11-66,20-2-764,-6-3 1,4-1 762,-9-3 1,4-2-109,9-2 0,6-1 0,-6-1 91,-9-1 1,0-1 18,0-1 0,7-2 0,-1-1 0,-9 1 60,-6-2 0,-2-1 40,5-4 1,4-3 0,-9-1 194,1-17 123,1-16 225,-33 10-230,-9 9 381,-10 0 1039,0 12-1185,-5 1-81,7 11-462,2 15-40,8 6-16,1 28-6,6 10 8,0-18 1,4 2-318,7 8 1,4-1 311,-1-9 0,3-3 5,4 2 1,3-4-339,21-3 347,-11-13 11,9-21 48,-19-12 0,-2-3-9,11-11 37,-12 0 0,-5 0 19,-13 7 342,-3-26-190,-10 27 540,-3-6-786,-4 23 365,1 19-377,2 5 0,-1 15 0,0 6 0,2-3 0,0 3 0,-5 21 0,0 2-490,5-15 1,0 3 341,-2 4 0,0 6 1,1-2-1028,-1 4 1,1 2 453,1-5 0,0 4 0,1-4-3824,2 8 0,4-6 4020,2-11 0,2-4 1,1 6-1,2-27 1</inkml:trace>
  <inkml:trace contextRef="#ctx0" brushRef="#br0" timeOffset="5783">12337 2551 26878,'-24'43'16,"0"1"1,0-1 0,2-2 0,0 0 0,6-2-17,8 4 0,4-2-607,-3-2 1,1-2 595,-4 15 344,1-2-366,7-31 219,-1 2-158,9-32-28,3-16 6,3-9 5,-4-6 0,0-2-5,-1-10-227,-3 11 0,1-8 1,0 3 220,0 2 0,0 0 8,1-11 1,1 2-4,-2 16 1,3 2-403,8-13 1,3 1 401,-4 16 1,2 0-229,10-17 0,4 4 226,-6 21 0,2 7-127,2 3 0,1 4 107,17-1 17,-12 19 0,-2 5-6,1 6-14,-4 6 1,-4 8-34,-16 9 0,-7 1 58,2 18 3,-18-12 1,-11-3-6,-5-23 0,-4-4-1,2 2 1,-3-2-17,-20 0 0,-1-4-50,23-8 0,0-3-211,-11 0 1,4-4-348,7-6-4828,35-27-3899,10 15 8792,15-11 0,-16 21 1,-5 5-1</inkml:trace>
  <inkml:trace contextRef="#ctx0" brushRef="#br0" timeOffset="6349">13043 2275 20375,'0'3'4497,"-1"0"-2822,1-3-1496,-38 57-100,42-36-49,-15 11 1,6-2 25,44-22 6,6-8 16,-3-11 23,-8-11-6,-11-12-27,-11-10-12,-7-5 28,-8-1 56,-3 6 50,-7 12-33,-4 12-68,-2 10-27,-7 13-62,4 12 17,-1 16 0,10 1-17,8 2 0,1 1 11,2 4-11,3 0 0,5 1-23,14 9 20,-3-20 1,4-1-10,5-3 1,3-4-199,3-4 0,3-4 204,1-4 1,2-3 5,1-6 0,1-4 11,0-3 0,-2-4 3,0-4 0,-3-4-302,-2-4 0,-3-3 307,-5-3 1,-3-3 10,-4-1 1,-4-2-167,-4 2 0,-4 0 315,-4-26-129,-11 11-50,-2 15 375,-8-2-375,10 16 606,-2-1-606,8 12 425,3 7-425,8 11 67,10 15-67,13 23 0,-11-15 0,2 2-429,1 5 0,1 1 429,0 1 0,0 0 0,-2-1 0,-2-1-401,-3-3 0,-4 0-1019,-5-2 0,-3-2 1420,-8 22 0,-3-22 0,-2-15 0</inkml:trace>
  <inkml:trace contextRef="#ctx0" brushRef="#br0" timeOffset="6996">2834 3786 19999,'-51'-20'-360,"1"1"1,0-1 0,-1 0-1,4 3 1,0-1 0,2 2 0,2 2-67,-18-1 0,5 3-191,11 4 0,1 1 454,3 2 1,4 3 25,1 2 149,34 7 708,8 0 333,21 5 0,9 1-305,4-2 0,6-1-934,2 1 1,5 1 0,3-2 388,-8-2 0,2 0 0,1 0 1,-2-1-542,11 1 1,-1-1 0,4 1 447,-12-2 1,3 1 0,2-1 0,2 0 0,1 0-359,-1-1 0,3 1 1,2-1-1,0 0 0,-1 0 1,-2 0 285,3 0 0,-3 0 0,1 0 0,1 0 0,5 0-155,-15-1 1,2 0 0,3-1-1,1 1 1,1-1 0,1 1-1,-2-1 1,-1 0 0,-3-1 160,5 1 1,-2-1 0,-3-1 0,1 1 0,1-1-1,3 0 1,4 0-51,-11 0 0,3 0 0,3-1 1,2 1-1,1-1 0,0 1 1,1-1-1,0 0 0,-1 0 1,-2 0-1,-1 0 0,-3 0 25,12 0 1,-5 0 0,-1 0-1,-1 0 1,0 0 0,2-1-1,4 0 1,4 0-5,-17 0 1,2 0-1,4-1 1,2 1-1,1-1 1,2 0-1,1 0 1,0 0 0,0 0-1,0 0 1,-2 0-1,-1 0 1,-2 0-1,-3 0 1,-2 0-1,-4 0 6,13-1 0,-6 1 0,-4-1 0,-2 1 0,0 0 0,2-1 0,4 0 0,5 0 1,-12 0 1,4 0 0,2 0 0,2 0 0,2 0 0,2 0-1,0-1 1,1 1 0,0-1 0,0 1 0,-1-1 0,-1 1-1,-2-1 1,-2 1 0,-2 0 5,10-2 0,-2 1 0,-2 0 0,-1 0 0,-1 0 0,0 0 0,0 0 0,1 0 0,1-1 0,3 1-14,-7 0 0,1-1 0,1 1 1,0 0-1,2-1 0,0 1 0,0-1 1,0 1-1,0-1 0,1 0 0,-1 1 1,-1-1-1,1 1-7,-2-1 1,0 1 0,-1 0 0,1-1-1,-1 1 1,0-1 0,1 1 0,-1 0 0,1-1-1,1 1 1,-1-1 0,2 1 0,0 0-6,-4 0 1,1 0-1,1-1 1,1 1 0,0 0-1,0 0 1,1 0-1,-1 0 1,0-1 0,0 1-1,0 0 1,-1 1 0,-1-1-1,0 0 1,-2 0-7,7 0 1,-1 1 0,0-1 0,-2 0-1,1 1 1,-2-1 0,1 1 0,-1-1-1,0 1 1,-1 0 0,1 0 0,-1-1-7,3 1 1,0 0 0,0-1 0,-1 1 0,1 0 0,-2-1-1,1 1 1,-1 0 0,-1 1 0,-1-1 0,0 0-50,5 1 1,-1-1-1,-1 1 1,-1 0-1,0 0 1,-1 1-1,0-1 1,0 0-1,-1 1-999,3-1 0,-1 0 0,0 1 0,-1 0 0,0-1 1,-1 1-1,0 0 0,-1 0 1058,3 0 0,0-1 0,-1 1 0,0 0 0,-2 0 0,0 0 0,-2 0 0,13-1 0,0 1 0,-2 0 0,-7 0 0,-7 0 0,-1 1 0,1-1 0</inkml:trace>
  <inkml:trace contextRef="#ctx0" brushRef="#br0" timeOffset="7609">14842 2269 18604,'0'-46'1859,"-1"0"1,-5 0 0,-5 7-1496,-6 12-50,-10 2 297,6 14-482,6 6-101,-3 3 39,-6 25-95,3 10 45,-10 22-3381,12 0 3358,8-11 34,17 9 6,9-27-6,6 4 157,16-23-17,-7-15 33,17-13 12,-11-15-73,-8 1 127,-4-22-60,-16 20-39,-1-13-67,-13 21-39,-5 10-96,-11 12-151,-7 14-481,-8 13-6,7 6-4244,6 11 1,3 2 3628,4-5 0,3-2 0,3-5 0,9-18 0</inkml:trace>
  <inkml:trace contextRef="#ctx0" brushRef="#br0" timeOffset="8041">14739 2644 24631,'15'32'165,"0"0"1,16 20-149,-2-45 83,3-1 271,-18-4 71,3-2-190,-14-10-78,-1-8-102,-2-4 18,0-3 184,0-14 135,2 5-123,-2-1-174,2 14 5,-6 18-49,-20 20-40,-12 7-23,10-5 1,0 2-1,-17 16-16,15-6 0,17-10 22,15-8-5,8-9 5,12-11 0,8-8 6,5-9-17,-7 1 34,4-11-124,-20 13-963,1-6 1053,-20 14 0,3 7 0,-5 3 0</inkml:trace>
  <inkml:trace contextRef="#ctx0" brushRef="#br0" timeOffset="66273">2749 5096 24547,'-5'-41'-246,"1"27"302,1 64-48,1-14 1,-1 2-4,0-5 1,0 3 19,-7 24 0,0-2-13,-1-7-236,0-4 1,0-4 268,4-23 304,-2 0 575,7-14-537,0-4 201,2-19-543,0-15-17,0-28-17,1 22 0,0-3-296,1-4 0,2-2 290,2-2 1,2 0 5,2 2 0,3 1 3,1 5 0,2 1-23,7 1 1,1 3-3,10-7 0,-7 21 0,0 4 0,1 10-6,4 8 0,0 3 11,4 8-16,6 11 0,-1 6 5,-4 7-11,2 13 0,-1 2-506,-8 1 388,-12-14 1,1 7-1,-3-4-314,-5-4 1,-2-1-555,4 14 1,-1 0-3468,1 13 3752,-5-18 0,-3-22 0,-2-11 0</inkml:trace>
  <inkml:trace contextRef="#ctx0" brushRef="#br0" timeOffset="66467">2925 5341 17356,'-54'1'1876,"-1"0"0,2-1 1,9 0-807,19-2-516,5-1-397,13 0-90,16-2-28,20-4-5,30-7-29,1 0-942,-1 1 0,4 0 290,-19 5 0,0 0 647,1 1 0,3-1 0,-6 1 0,17-3 0,-10 4 0</inkml:trace>
  <inkml:trace contextRef="#ctx0" brushRef="#br0" timeOffset="67650">2599 6953 15014,'-3'-56'2078,"0"0"0,0 0 0,-1-2 1,0 6-1718,2 10 0,-2 9 37,0 15-382,0 4-128,1 10-95,9 21 218,-1-1 12,14 36-23,-5-13-496,-3 1 0,1 10 0,-2-3 482,-3 3 0,-2 1-3,1 2 0,-1 5 1,-2-7-343,-4-6 1,-2-3 352,-4 2 1,-1-4 16,-9 9 73,-3 5 465,6-27-347,4-10-62,7-20-45,-2-16 6,-1-32-62,2-11-926,3 28 1,2 0 900,3-2 0,3 2-465,13-21 456,-4 11-21,5 6-7,-8 29-16,23 6 17,10 14-229,8 2 228,-18 2 1,1 3-31,-6-2 0,-1 2-157,11 9 0,-2 2 61,-12-5 1,-4 1 33,-3 4 0,-7-1 48,-13 6 2838,-31 9-2757,5-25 0,-4-2-3,-13 5 1,-5-2 77,5-5 0,-4-2 1,1-2-96,-12 2 1,1-5-85,-5-4 0,5-4-223,-1-9-1189,19-21-1293,34-4 2795,21-17 0,-5 22 0,11 2 0</inkml:trace>
  <inkml:trace contextRef="#ctx0" brushRef="#br0" timeOffset="68690">3372 7034 21388,'-22'42'280,"-1"0"0,4-4 1,12-9 105,39-24-72,8-9-6,3-7-151,-10-3 263,7-17-129,-17 5 95,6-15-201,-16 14 140,-6-6-118,-10 9 7,-14-7-130,-6 10-51,-14 6-16,7 12 11,-22 17-34,16 8-8,10-3 0,3 3-47,-4 24-12,12 6 22,11-9-75,11-10 0,6 0-188,17 12-230,-4-13 0,5-2 143,2-7 1,4-4-143,4-2 0,2-3-796,5-3 0,0-4 1045,-9-1 0,0-3-163,7-2 1,1-5-194,-2-5 1,-1-3 657,1-1 1,0-3 108,3-6 1,-3-2 40,7-10 301,-22 7 0,-4-2 454,-1-9 40,3-17-94,-21 23 138,-21-11 776,-7 19-1532,-17-7-73,-11 18-151,15 10 899,-11 11-921,19 10 58,2 2-81,-9 26 28,17-19-23,1 4 1,1 0-1,4-3-66,-1 28 27,12-29 29,3 4-18,16-13 51,3-13 11,16-5 6,4-13 6,4-9 55,-2-4 34,-9-1 11,-12 2 56,-12 4 6,-6 5-39,-11 4-57,-3 5-55,-3 3 28,-8 5-68,4 5-5,-3 9-6,6 10-17,6 9 18,4 7-12,10 4 11,7-1 17,10-5-17,10-6 17,19-10-6,-14-11-22,18-8 34,-21-13 22,9-7 17,-5-12 5,-5-9-27,-11 5 5,-8 1 0,-2-1 39,5-13 11,-8 13 1,0 0 22,0-4 336,-5-3-280,-6 23 173,1-9-246,-1 17-56,3 1-17,6 5 6,9 3-17,1 3-11,29 14 16,-11 2-11,-9-4 1,0 0-3392,15 12 3380,-5 2-39,-10 3-213,-12 8-1014,-18 8 1237,-8-15 0,-3-3 0,-3 6 0,-6-2 1</inkml:trace>
  <inkml:trace contextRef="#ctx0" brushRef="#br0" timeOffset="70141">2782 8896 19832,'-7'-48'782,"1"0"0,-3 1 1,-5 10-363,-17 23-79,-16 1 1,-9 15-213,8 5-43,10 8 1,-1 5-82,6 5 1,0 3-462,1-3 0,0 3 433,-1 11 1,6 3-34,13-10 0,4 0 8,-2 0 1,3 2-202,6 16 0,9 0-73,6-17 0,5-2-110,9 14 0,8-5-192,8-13 0,5-7-273,10-4 1,1-6 130,-10-5 1,3-4 218,2-6 0,5-5 0,-4-2-168,2-5 0,-1-3 812,-4 1 0,3-3 0,-4-1 320,3-7 0,-5-3-45,-7 2 1,-5-1 302,-7 3 0,-4-1 952,6-22-591,-17 8 481,-16 10-1036,-12 11 1113,-13 11-1426,-15 14-40,-10 15 59,22-2 1,-1 3-155,0 4 1,1 3-28,0 2 0,3 2-20,3 0 0,3 1 7,3-1 0,4 0-66,-2 23-22,15-11 56,16-12 27,13-12 1,14-15 50,10-14 17,3-14 3,-27 8 0,-2-3 112,-1-1 0,-2-1-31,10-15 70,-15 9 1,-1 1 103,1-8 39,4-9-169,-13 24 176,-4 11-349,-4 7-39,-1 4 11,0 3 381,0 21-375,0 5-33,4 21-225,5-1-397,10-1 139,1-12-1652,26-1 516,-4-25 986,9-3-19,5-23 822,-27-2 1,0-4-221,-1-1 1,-1-1 308,0 0 1,-3-2 215,-3-7 1,-4 2 72,-2-2 213,-3 1 1,-2 1 54,-5 6-234,-2-2-381,-4 19 719,-2 6-916,-1 10 645,0 3-611,-1 8-22,-4 42 0,3-12 19,1-9 1,0 1-3,2 12-39,0-12 27,3-16 34,4-12 141,16-21-52,10-15-36,-6 2 1,2-3 55,10-10 1,0-1-1063,-3 4 0,0 0 961,0 1 1,-2 2 3,14-8-11,4 8 10,-12 14-22,11 2-17,-20 24-22,-8 14-236,-7 18-1066,-8-5 0,-2 1-3622,0 22 4420,-3-17 0,0-4 0,0-13 0,0-1 1</inkml:trace>
  <inkml:trace contextRef="#ctx0" brushRef="#br0" timeOffset="72411">2512 10810 21763,'1'-40'-190,"-2"25"212,-5 73-36,1-8 0,-1 1 14,1-11 0,1-2 8,-1 5 1,-1-1 58,-7 12 124,5-30 16,-3 2 281,3-19-146,2-13-57,-4-21-128,4-15-79,3 10 1,2-4-199,5-3 1,1-1 192,4-5 0,2 1-43,-1 8 1,2 0 39,11-16 0,3 2-34,-7 18 1,1 1-1,8-12 1,2 2-37,-2 10 0,-1 4 0,10-6-6,1 6-55,-6 25 467,-6 14-439,9 15-46,-16 23 20,-14-17 1,-3 1 2,-9 29 1,-8-25 1,-6 5 0,-1-3-696,-9 5 0,-4 0 755,3-3 1,-3 1-1,1-3 17,0-3 1,-1-5 108,-4-1 1,1-7-453,0-7 601,-6-5-61,26-25-107,10-11-84,7 0 39,19-17-61,-2 21-6,31-14-6,-20 24-19,5 4 0,2 5 2,9 10 983,10 2-1016,-3 15-95,2 5 5,3 0 81,-24-14 1,0-3-42,17 0 719,-5-9-652,-6-13 33,-4-11 57,-3-12-23,-10 2 106,1-23 0,-11 13 23,1-16 45,-5 17-29,-3 9 261,-1 11-428,-1 10-45,-1 5-57,0 14 119,1 8-23,1 5-17,3 16 11,7 5-5,5-1-6,4-4 1,20-13 16,-16-18 16,38-5 18,-27-18 22,16-14 28,-18-21-45,-14 13 12,-6-9 173,-15 1-89,-6 12-51,-5-11-51,-1 23-16,-4 5-151,9 11-97,0 0-110,6 10-292,4 7-806,7 10-1967,7 8 3406,10 5 0,-11-16 0,1-2 0</inkml:trace>
  <inkml:trace contextRef="#ctx0" brushRef="#br0" timeOffset="72737">3732 10822 23623,'-11'35'11,"1"-1"0,0 1 1,2 0-12,2 28 11,1-14-22,0 10 0,3-31 56,0 3 190,5-25 146,7-19 5,11-17-5,11-24-135,-7 13 1,0 0-432,-6 10 0,0 1 311,8-11 0,0 2 20,7-1-79,8-2-39,-7 16-28,-9 13-23,13 10 1,0 22-34,-1-3-375,4 31-214,-26-16-749,2 15 1394,-12-13 0,-3-2 0,2-3 0,-2 15 0</inkml:trace>
  <inkml:trace contextRef="#ctx0" brushRef="#br0" timeOffset="74054">2362 12776 17955,'13'-42'941,"0"0"0,-1-2 0,-4 6-118,-9 16-100,-4-7-280,-5 15-242,-9 7-78,-10 14-72,-11 14-43,14-2 1,0 3-7,-4 7 1,0 2-12,-2 6 1,2 1 8,6-8 0,1 2-255,-2 13 0,5-1 215,8 10 20,11-18 1,4-3-9,16 0-33,38-9 33,-25-21 0,1-4 16,30 1-107,-26-7 1,-2-4 124,3-11 44,3-7 62,-15 3 444,-12 4-506,-15 8-67,-15 6 12,-16 12 10,-17 14 0,18-2 1,0 4-297,-3 3 0,0 3 285,0 1 1,1 3-6,4-2 0,2 2-88,6-3 0,3 1 38,-2 23-46,25-8-100,22-8-258,23-13-112,-17-14 1,3-5-49,4-4 1,1-4-225,3-3 1,-1-4-530,0-4 1,-2-3 511,-9 4 1,-1-2-928,2-5 1,0-4 730,-4 1 1,-3-2 1386,-1-1 0,-1-2 484,-2-4 1,-3 0 2099,-3-20 524,-9 5-498,-5 11-1809,-2 13 902,-1 5-1138,1 12-772,-1 0 401,1 7-491,7 19 52,1 9-58,4 26-33,-6 8 0,-4-29 0,0 2-34,0 2 0,0-1-11,6 14 51,2-10 33,5-23 84,1-15 22,9-12 56,4-13 146,5-15 79,-2-9-62,-5-5-531,-5-1 279,-5 7-62,-5 11-44,-4 15-175,-4 11-144,-1 7 122,0 4-946,11 11-283,2 5-2752,10 13 3335,0 6 0,-11-16 0,-2 0 0</inkml:trace>
  <inkml:trace contextRef="#ctx0" brushRef="#br0" timeOffset="74944">3370 13107 24351,'-33'30'-145,"11"-4"156,34-21 101,23-7-78,-7-5 27,24-14 6,-20-5 40,6-11 195,-7-11-156,-14 14 128,-6-6-66,-15 21-62,-16-3-118,2 11 44,-22 2-49,9 15-34,-7 4 5,6 12-5,6 9-17,8 9-17,5 9 17,6 5-1713,6-21 0,3-2 1702,3 12-8,12 8-60,6-26-95,28 0 168,-7-16 34,17-13 17,-7-25 11,-7-6-178,-4-4 206,-6-6 28,-9 6-50,-11 11 1,1-1 49,7-14-5,-4 2 3249,-10 23-3300,-1 5-18,-5 8-27,0 2 257,1 4-234,4 8 43,7 11-43,4 12-12,0 10 0,-2 5-16,-2-1-101,6-1 72,-6-18-33,13-4-23,-4-18-27,13-8-12,6-11 57,6-12-1602,-19 5 1,-2-1 1740,10-9 107,4-13 101,-31 22 39,-1-1 129,-9 9-258,-4 8-135,0 4-33,-1 3 3376,0 2-3410,-1 14 23,1-3-84,4 32 50,4-26-45,15 19 12,9-27 5,19-2 51,-4-8 36,3-10 0,2-6 2,-20 2 1,-1-2 8,13-3 1,-2-3 41,-14 0 0,-5-2 191,7-13 369,-2-8-375,-13 17 274,-7 7-459,-8 16-5,-1 5-17,-12 22-51,1-1 9,-7 17 0,-1 7-12,5-6 1,0 0-452,-5 9 1,1 5-101,1 1 0,0 5 0,3-5-1584,1-4 0,1 0 2144,-2 8 0,-1 5 0,4-10 0,0 3 0,1-1 0</inkml:trace>
  <inkml:trace contextRef="#ctx0" brushRef="#br0" timeOffset="75511">1902 15138 15076,'-3'0'3848,"0"0"-3108,3 0-477,54-59-1881,0 31 1646,-20 4 0,4-4 0,1 4-643,14 7 0,0 6 601,-9-1 0,0 2-149,15-2 1,-1 2-70,-24 4 0,1 1-2941,10-1 1,6-1 0,-6 2 3172,16-3 0,-16 3 0,-7 1 0,-23 2 0</inkml:trace>
  <inkml:trace contextRef="#ctx0" brushRef="#br0" timeOffset="75720">2346 15001 21237,'-17'40'213,"4"13"-183,11-4 1,3 2-2157,-2-13 0,1 1 2095,-2 11 1,0 3-446,0 5 0,0-1-1320,1-10 1,1 1 1795,2-2 0,0 3 0,1-7 0,1 16 0,5-14 0</inkml:trace>
  <inkml:trace contextRef="#ctx0" brushRef="#br0" timeOffset="75978">2836 15465 10114,'0'-8'9830,"-1"3"-6985,1 5-1260,0 0-1535,4-35-89,-5 32 22,0-14 0,-10 54-22,0 4-297,-1 4 0,0 1-582,0 6-1978,1 5 0,2 1 2620,9-2 1,-4 1-1,8-33 1</inkml:trace>
  <inkml:trace contextRef="#ctx0" brushRef="#br0" timeOffset="76338">3094 15214 24055,'-61'-16'-90,"15"12"51,53 38 11,1-6-39,9 4 33,-1-13 107,-3-4 145,-2-7-5,-8-11-79,-1-9 12,-2-9-62,1-1 0,-1-2 330,-4-8-206,0 15-90,-2-7-135,2 20-135,1 4-189,-2 11-667,-3 12-2454,-1 18-6369,-1 11 8596,4-11 0,3-12 1,2-21-1</inkml:trace>
  <inkml:trace contextRef="#ctx0" brushRef="#br0" timeOffset="77121">3317 15400 24083,'-24'45'-2,"1"0"0,-1 9 0,4-2-15,6 5 12,3 1-35,9-30 63,2-19 83,2 0 62,3-17-5,5-10 5,6-16-34,3-12 0,5-10-67,-12 26 1,1 1 27,14-26-28,0 10-28,1 10-27,-4 13-24,17-2 1,-9 15-11,17 0-6,-7 18 11,-10 2-5,9 29 22,-23-4-6,3 23 28,-27 3-22,0-20 0,-12 2 62,10-31 107,0-4-24,4-10-50,2-13 57,1-23-85,3 7 56,6-23-39,8 18-45,7-7-16,8 8-23,14 4-6,-12 14-22,15 4-17,-17 19 12,5 13 44,-6 17 0,-11 18-122,-15-23 0,-3 2 111,-4 3 0,-3 0-11,-6 19-39,-6 1-6,13-36 50,19-5 6,3-21 23,34-20 10,-2-8-19,-17 10 0,0-2-305,-1-1 1,-1-1 337,-2 0 1,-2-2 2,-3 1 1,-2 0 24,-2 0 1,-2-1 8,-3 1 0,-2-2 118,7-29 67,-9 2 100,-5 9 7,-5 16-119,-6 17-234,0 14 908,-16 22-937,-6 21 6,10-11 0,-1 3-31,2 5 1,1 2-152,5 8 0,4-1-290,3-15 0,4-2-800,7 7 0,8-5 1272,32-9 0,-17-4 0,6-13 0</inkml:trace>
  <inkml:trace contextRef="#ctx0" brushRef="#br0" timeOffset="80194">4643 5103 16633,'-53'6'456,"0"0"0,0 0 0,5-1 0,1 0 0,16 0-478,21-3 151,11 0 498,21 1-90,32-2-389,-7 0 1,6-1-555,-7 0 1,3-1 0,5-1 428,5 0 1,5 0 0,1-1 0,-4 0-711,1 0 0,-2 0 0,4-1 681,-9 1 1,5-1-1,0 0 1,0 0-1,-4-1-24,-4 1 1,-3-1 0,-1 1-1,3-2 3,9 0 1,3-1-1,0 0 1,-2-1 17,-4 1 1,-1 0 0,-1-1-1,-1 0 18,9-2 1,-1-1-1,-4 0 28,-11 2 1,-2-1-1,-4 0 83,4-3 1,-6-1 103,0-9-2364,-58-7 2218,-8 9 175,-13 6 0,-14-1 0,3 3 77,1 0 1,0 1-120,-2 0 0,-5 0 0,6 1 49,6 1 1,5 2 1622,-13-3-1933,30 6-12,18 3 74,19 2 16,4 2-17,32 5-17,-18-1 1,4 1 1076,13 4 1,4 2-1092,6 3 1,1 2-9,-19-4 0,0 0 0,-3 1-20,9 3 0,-3 4-479,-8 5 1,-2 6 0,-6-2-555,3 16-1375,-15 8 0,-13 1 2053,-15-26 1,-6-3 0,-10 23 0,4-22-1</inkml:trace>
  <inkml:trace contextRef="#ctx0" brushRef="#br0" timeOffset="80678">8589 5007 5739,'0'0'0</inkml:trace>
  <inkml:trace contextRef="#ctx0" brushRef="#br0" timeOffset="81778">8663 4968 10315,'1'-6'8755,"0"2"-6666,-1 4-1423,0-65 63,-1 45-662,1-16 0,-1 5 51,-1 28-113,0 3-5,2 0 23,-2 4 33,1 4-28,0 11-28,1 0 11,0 16-17,4 25 12,1-6-6,3 7 17,1-19 5,-4-21 6,2 6 28,-4-15 191,0-1 402,-3-8-414,0-4-184,-3-4-29,-2-4-16,-1 0 5,0-1 51,0-5-51,4 3 6,-2-9-12,4 9-10,0-8 27,0 6-16,0-7-6,0 8 16,0-9-10,0 10 39,1-12-28,3 5-1,-1-2 7,3 0-12,-3 3-11,0 5 6,1-2 10,-1 2 7,0 2 10,-1 2-16,-2 5-6,0 2-218,0 1 218,0 6 17,0 1-22,0 2-6,0 4-6,0-3-10,0 1 4,0-2 12,0-3 6,0 0-17,0-3 28,0-1-331,2-4 107,0 1-835,6-3 577,-2 3-1204,11 0 499,-6 3-226,4 3-1309,-5 7 207,-4 3 527,-2 2 1971,-3 6 0,-1-13 0,0 5 0</inkml:trace>
  <inkml:trace contextRef="#ctx0" brushRef="#br0" timeOffset="82344">8751 5091 17932,'0'-61'1479,"0"0"0,-1 6 0,0 7-785,-3 9-257,-1 15-336,0 11-73,2 9 0,3 21 0,-1-1-11,1 15 0,0 6-6,0-6 0,0 2-205,0 17 0,0 2 197,0-5 0,0 0-310,0-1 1,0-1 311,0-4 1,0-3 11,0 25 5,0-18 90,0-17 269,0-14 173,0-8 22,0-8-369,0-18 493,0-10-650,1-27-30,0 23 0,1-2-487,0-6 1,1-3 480,1-5 0,1-1 3,0-3 0,0 2-12,-1 9 1,1 1 11,2-11 0,1 3-57,7-6 60,-5 19 0,4 4-4,13 0-16,8 14-5,8 12-6,6 14-12,-8 5-490,-9 13 0,-2 3 502,2 10-49,-11-5 0,3 8 0,-4-2-106,-2 3 1,-3 1-69,1-1 1,0 2 0,-2-1-425,3 12 0,-1-3 184,-4-12 1,-1-1-2165,3 9 0,-2-4 2788,-3 6 1,2-3 0,-11-27 0</inkml:trace>
  <inkml:trace contextRef="#ctx0" brushRef="#br0" timeOffset="82521">8845 5176 21590,'13'-61'-807,"21"12"68,3 43 0,8 9-2007,4-4 0,2 1 2746,7 1 0,-3 0 0,-22-1 0,-2 1 0,23 1 0</inkml:trace>
  <inkml:trace contextRef="#ctx0" brushRef="#br0" timeOffset="83012">9618 5076 22862,'-4'38'99,"0"-1"0,1 13 0,2-1-97,2-16 1,0-1-874,4 19 0,0 0 865,0-16 1,1 0-9,1 8 0,0 2-96,0-3 1,-1-1 109,-1-4 0,0-3 449,3 21-365,-3-21 364,-2-16 73,-2-14 472,0-10-926,-10-24-22,-2-9-37,1 7 0,-1-2 141,1-3 0,0-1-138,0-3 0,1-1-431,0-3 0,2-1 436,1 1 1,0 0-11,3 11 0,0-1 24,0-12 1,1 0 3,2-11-1522,5 13 1,3 3 1498,4 0-57,23 0 57,3 28-11,17 2-16,6 18 10,-1 11-54,-6 14 43,-9 9-17,-14 2 560,-14 2-526,-25-2 0,-8-11-6,-14-9 1,-7-3 1416,7-8 1,-1-2-1538,-14 4 0,-1-3-389,12-7 0,3-5-4548,-14-9 5063,23-5 0,15 3 0,7 5 0</inkml:trace>
  <inkml:trace contextRef="#ctx0" brushRef="#br0" timeOffset="83479">10358 5083 20119,'-1'48'238,"0"0"1,1 0 0,-1-2-1,1-1 1,-1-4-158,2 1 0,-1-4-301,-1 4 0,0-1 259,-3-1 1,-1-1-12,-1-4 0,0-2 247,-10 20-152,5-18 724,4-18-259,4-12-145,1-17-371,0-16-16,-2-21-34,3 17 1,-1-5-5,3-5 1,0-6 0,0 4-233,1 1 1,1-1 218,1-5 1,1-3 0,0 7 5,5-12 0,-1 15 1,2-1 106,1 10 0,1 2-107,1 2 0,2 1-5,14-17-17,22 20 5,-19 18-3,0 3 1,1 4-9,12 15-195,8 15 212,-11 18 0,-32-12 0,-6 1 0,-7 18-21,-16-15 0,-9-2 24,-4-13 0,-7-3-3,-2-2 0,-5 0 0,1-3-20,-14 1 1,0-5-767,-6-2 0,4-7 568,25-5 0,7-6-3809,-9-23 4027,33-1 0,2 5 0,8 8 0</inkml:trace>
  <inkml:trace contextRef="#ctx0" brushRef="#br0" timeOffset="84070">10837 5374 24547,'18'-54'25,"0"0"0,1 1 1,-4 6-1,2 0 0,-1 0 1,-1 4-4,7-16 0,-1 2-931,-5 11 1,0 0 0,-2 3 919,-1 2 0,-2 3 28,-3 0 0,-1 2 911,-4-5-770,-9-3 339,-2 21-502,-6 9-28,6 15 5,-4 11 6,4 3 8,0 26 1,3 9-12,7-14 1,1 1 136,-2 19 0,2 0-143,5-18 1,3-3 5,0 3 0,0-1-248,1 1 1,0 2 233,4 16 1,1 1 10,-3-12 1,1-2-7,0 1 1,1-3 6,5 0 5,8-17 39,1-24-17,-1-14 1,0-5-18,13-11 23,-9-5 0,-3-4-11,-11 9 0,-4-1 59,4-10 0,-3-1 114,3-14-16,-13 10-68,-16 33 1055,1 10-1144,-7 9-28,4 17 5,2-1 530,2 19-535,9-6-29,6 11-72,7 3 0,1-10-72,1-4-601,2-4-9023,13 1 9808,-6-8 0,0-5 0,-16-18 0</inkml:trace>
  <inkml:trace contextRef="#ctx0" brushRef="#br0" timeOffset="84254">11805 4766 21584,'-34'49'-5701,"8"-16"4569,38 4 0,8-3 0,-7-12 0,6 10 0</inkml:trace>
  <inkml:trace contextRef="#ctx0" brushRef="#br0" timeOffset="85079">12507 5034 22015,'-50'-4'407,"0"-1"1,0 1 0,-13-1 0,6 7-378,20 13 1,4 5-11,5 6 0,3 1-1404,-7 12 1379,5 9-3477,34 13 3426,4-28 118,7 2 0,5-4-213,11-9-84,9-5 0,5-2 109,-11-8 0,1-1-302,18 1 1,2-2 388,-11-7 0,-1-3 53,-3-2 0,-1-3 128,-3-3 0,-2-4-42,-5-1 1,-3-3 19,-4-2 1,-2-2 221,12-24 2464,-15 11-2134,-8-2 316,-13 24-630,-17-10 859,0 18-1027,-36-2 352,15 12-526,-17 8-10,18 14-17,9 13 16,12-2 1,8 24-23,17-18 34,10 15 0,13-20 16,4-9 57,-1-11 50,-3-10 17,-1-13 0,-1-8 17,0-13-90,-9 3 145,6-18-5,-12 16-11,2-5-106,-11 18-102,-3 10-16,-2 6 11,0 3-6,-1 16 18,6 3-12,8 13 0,14-5 11,20-5-9,-17-15 1,2-3-240,4-2 1,1-3 258,0-2 1,0-4-4,-3-2 1,-1-5 30,24-18-16,-19-3-1,-18-4 1,-4-6-17,-7 5 0,-2-3-502,4-19 0,-2-4 499,-2 4 0,-2 0 11,0 1 0,-1 2 3,-1 5 0,-1 4-33,-3 8 0,-1 4 111,-4-14-66,-2 23-29,1 12-34,3 15 454,-2 18-443,2 12 1,2 3 0,-3 25 147,2-2 0,2 5-147,3-11 0,3 0-380,-2-8 1,1 2 0,1 0 354,3 0 1,0 0 0,1-2-4,1 7 0,3-1-157,0-7 0,4 2 0,-2-7-140,10 20-578,2-6 1,6-4-4267,15-18 318,-2 0 4862,-2-33 0,-33-3 0,-1-2 0</inkml:trace>
  <inkml:trace contextRef="#ctx0" brushRef="#br0" timeOffset="85421">13544 5426 17031,'-57'-26'1461,"1"-1"1,10 6 0,8 1 250,8-5-1426,24 6 322,21 5-586,21-1-28,-6 10 1,3 1-210,10 1 0,2 1 195,5 1 1,2 2-9,-1-1 0,1 1 8,-3-1 1,-3 0 13,-11 0 0,-2-3 26,13-8 0,-4-3 13,-7-3 405,-4-3 0,-4-3-309,-16-3 73,-2-4 297,-13 2-292,1 13 314,-6-1-415,7 12-50,-1-1-134,3 5 773,1 9-695,1 3-11,7 41-6,2 1-356,-3-11 0,0 1 294,-1-6 1,-1 0-160,-1-1 0,-1-1-1131,3 27-2484,-4-11-5978,-2-13 8503,-1-16 1,0-11 0,0-10 0</inkml:trace>
  <inkml:trace contextRef="#ctx0" brushRef="#br0" timeOffset="85588">14240 4820 18852,'5'51'-1337,"-6"-20"0,11-15 0</inkml:trace>
  <inkml:trace contextRef="#ctx0" brushRef="#br0" timeOffset="85928">14905 5092 20347,'1'-3'3808,"0"0"-3007,-1 3-706,-97 8-435,68 4 0,-2 3 355,-17 3 0,-7 3 0,9 3-1915,12 10 1,6 2 1901,1-1 1,6 1 0,13-2 0,6-4 914,10 6-912,13-2 1,7-2 16,0-11 1,2-4-15,4 7 0,5-3 82,22-6 0,-1-8 19,-26-8 1,-2-2-46,16 2 1,-3-4 187,-6-28-96,-22-7-72,-5-22-56,-13 24 0,-2-2-144,-3-2 1,-2 0 137,-2 0 0,-1 2-14,1 7 1,0 3 3089,-5-11-3501,4 21-706,2 16-3574,-8 15 4683,-3 6 0,5-2 0,3-4 0</inkml:trace>
  <inkml:trace contextRef="#ctx0" brushRef="#br0" timeOffset="86645">15206 5249 20214,'26'-48'713,"-1"0"1,-5 4-1,-1 15 7,-8 30-619,0 19-57,0 6 29,10 29 168,-4 3-213,-6-13 0,0 1-14,-3-8 0,-1-1 45,-2-3 1,0-1 35,-2 11 593,-4-21 124,-1-3 23,-1-12-443,-3-14-285,-3-14-46,-2-19-21,2-1 7,8-3 1,4-2-138,7 11 0,4-1 104,7-14 0,6 1-443,5 13 1,6 5 433,2 5 1,4 5-6,0 6 0,1 5-3,1 4 1,0 5-24,0 5 1,-1 6-216,8 12 1,-3 6-455,-11 4 0,-4 2-114,-1 2 0,-7 3 809,-15 13 0,-7-2 0,-2-14 0,-6 19 0</inkml:trace>
  <inkml:trace contextRef="#ctx0" brushRef="#br0" timeOffset="88192">17397 5286 17736,'0'-52'1352,"0"0"1,0 0 0,0-19 0,1 18-1364,1 41-90,2 13 169,4 16-35,5 18 6,2 20-28,-9-21 1,-1 2-370,-1 3 0,-1 0 369,-1 1 0,-2-1-8,-2-3 0,-2-1 47,-6 23 45,-5-15 241,1-17 174,4-13-208,3-17-150,1-16 681,3-21-744,6-20 1,4-5-70,-3 30 0,1-1-273,2-9 1,3-6-1,0 8 388,11-11-77,-8 23 1,1 1-59,2-3-33,-1 10-51,0 17 50,18 7 40,-3 1-18,26 14-16,-15 10 6,8 14-17,-10 7 28,-14-8 5,-2 16 0,-16-22 23,2 10 22,-8-24 141,-1-8 1126,0-7-1138,1-3 73,0-6-202,9-14-27,-2 2-7,11-17-16,-9 18 22,12-10-39,-9 15-17,9-2 17,1 9 12,8 3 16,9 5-23,5 4 12,2 3 22,-3 3 0,-8-5 73,-12-2 118,-8-8-152,-9-3 51,2-13-17,-4-4-11,2-11-34,-2 8 51,1-8-45,-2 17-29,1-2-38,-3 13-73,0 4 22,1 5 67,7 7 12,1 3 5,16 30-56,-6-4-22,-7-10 0,1 2-420,8 23-981,2 0-2559,6-7-5804,6-12 8585,-8-16 0,-8-10 0,-15-9 0</inkml:trace>
  <inkml:trace contextRef="#ctx0" brushRef="#br0" timeOffset="88350">18631 4835 15793,'-6'-7'4285,"1"2"-4223,5 5-6319,0 0 6257,-15-10 0,11 8 0,-12-7 0</inkml:trace>
  <inkml:trace contextRef="#ctx0" brushRef="#br0" timeOffset="88817">19177 5099 21863,'-51'-33'569,"-1"1"1,1 2-1,2 10-429,15 18 0,0 8-25,-9 5 0,3 5-81,-14 8-15,22-2 1,6 3 14,8 11-45,5 9 22,20-1 40,15-4 49,21-9-532,17-12 505,-25-13 0,0-5 28,2-5 0,0-5-1503,3-8 0,-2-4 1497,12-13-25,-21 3 0,-5-3-435,-1-24 398,-10 18 1,-2-2-6,-3-5 0,-1-2 3,0-11 0,-1 1 25,-3 12 0,0 2-14,0 3 0,-1 4 154,-4-5-79,-3 25-100,-4 5 195,-6 20-240,3 13 23,2 8-12,12 23-28,14 3-8,-3-16 0,1 3-214,8 14 1,0 2 738,-3-4 0,-1 1-1197,-5-10 1,0 1 0,-1-4-245,-1 3 0,0-2-2056,3 6 0,5-3-1078,0-17 1,2-3 4102,3 1 0,1-3 0,8 0 0,-12-16 0</inkml:trace>
  <inkml:trace contextRef="#ctx0" brushRef="#br0" timeOffset="91307">19829 5354 17876,'25'-41'1238,"0"0"0,0 0 0,9-9 0,-11 4-443,-27-1-285,-15 11-224,-18-5-51,-14 8-137,21 21 0,-2 3-20,-8 6 1,0 3-57,-15 4-17,21 7 1,3 2 5,9 5-8,4 11 0,3 6 8,4 25-220,4-25 0,2-1 203,7 1 1,3-5 5,5-4 39,30 12 17,0-24 86,10 1-78,-17-19 1,0-5-4,16-15-38,-20 9 0,0-3 52,5-17 1,-4-3-336,0-9 299,-4-2 0,-4-6-289,-11 13 0,-4-3 278,0-2 0,-1-4 0,-1 3-14,-1-3 0,-1 2 10,-1 5 0,0-3 1,-2 6 42,-1 6 0,-1 3 31,1-4 0,-2 1 109,-5-13-207,1 24-28,3 13-11,3 19 56,1 30-23,0-3-19,2 14 0,1 7-329,-1-13 1,1 2 235,1 0 0,0 3 1,0-3-7,1 4 1,1-1-409,3-2 0,2 2 0,2-3-438,2-1 1,3-2 179,-1-3 1,2 2 0,-1-4 214,2-4 1,0-3-353,2 0 0,1-3-8,14 10 1187,-8-10 1852,2-5 1117,-17-19-1412,-2-1-263,-2-10-947,-4-2 6,5-17 541,2-1-1055,2-4 7,1-8 0,1-2-76,2-5-5,2-8 0,0-5-999,-7 17 0,-1 1 982,0-1 0,1-3 13,-2-1 0,1-3 0,-3 4-7,-1 10 0,-1-2 14,0-11 1,0-6-1,-2 6-331,-4 11 0,-3 2 355,-2-14 1,-3 4 6,-7 0 38,-13 14-55,6 22-57,-11 10 1809,11 9-1774,-16 42-18,17 8 46,6-11 1,3 3-52,8 0 0,4 0 11,5 3 0,5-1-9,5 0 1,5-2-48,5-1 0,3-4 8,-6-11 1,3-1-197,18 10 0,2-5 8,-16-15 1,1-3-56,12 8 0,0-3 11,4-5-95,0-12 268,-6-27 163,-3-3-22,-6-9 212,-18-9-111,-11 20 1077,-11-15-871,-3 21 90,-11-5-195,8 10-129,2 3 33,9 3-96,5-3-44,7-5 0,9-6 0,3 0 0,11-9-16,-1-8 32,-6 5 46,-1-22-23,-22 20 6,-10-10-6,-13 14 6,-8 8-17,-1 9-17,3 7 6,-1 18-6,5 9-16,1 7 21,3 20 12,7 1-31,6-18 1,1 2-160,1 0 1,3 0 150,4-2 0,4 0-1,1-2 1,4-2-12,5-3 1,3-2-34,4-3 0,1-4-39,20 6-160,-7-16 0,2-6-160,22-10 152,-13-5 0,1-7-516,-12-8 1,-4-4 761,-5 6 1,-3-2 18,-7-3 1,-4 0 59,-4-13 44,-7 3-22,-3 3 570,-14-2-335,3 21-162,-4-3 67,8 13 1080,3 6-1421,1 2 94,0 10 29,0 11 5,-2 15-16,-1 12 5,3-16 0,0 0-6,1 12-5,5 8 16,4-31 68,9-2-39,-3-11-12,15-14 1,-10-4 50,31-25-34,-17 1-11,-10 9 0,-1 1 45,4-15 0,-12 12-34,-8 12-45,-12 9-22,-12 18 28,2-3-5,-6 17 22,14 3-1,9 0-16,4 0 6,17-8 0,8-8-1,14 1-22,-4-6 34,-2-9 0,-1-3-6,-4-3 0,0-3 1,-4-4 10,-11-13-5,-2-12 5,-10 6 12,-7-22-29,-1 31-5,-4-19-39,1 33-224,-1-1-34,3 13-151,0 4 123,2 5-1299,7 13 66,6-5-161,13 8-85,7-8 287,10-4 749,6-7 762,3-3 550,-4-9 565,-8-5 319,-12-8-50,-13-2 302,-13-6-1238,-6 9 298,-11-4-185,-1 9-225,-5 1-167,5 4-85,4 4-5,3 7-6,2 7-22,-5 11 16,-2 8-44,0-3 0,0 15 0,10-16-6,-2 3 95,10-10 102,1-14 66,18-3-224,-7-7 29,19-11 16,-11-2 11,4-6 6,-7 2 35,-8 5-7,-7 5-62,-4 5-44,-4 4-23,-5 4-17,-5 5 6,-5 5 6,0 8-6,3 4-11,5 4 16,4 2 1,3-7-6,6 7 5,1-12 1,1 3 5,3-9 28,5-6-16,6-3 5,20-10-11,-12 0 67,19-20-28,-27 3-40,3-6 35,-14-18-34,-7 23 22,0-23-6,-2 22 7,0 0-24,0 10-44,0 8 17,3 7 17,8 9-6,-2-2 11,11 11-5,-4-6 5,7 4-11,-8-7-28,0 1 28,-10-5 0,1 2 5,-3-3 7,0 1-7,-1-2 258,-1 0-391,-1-2 111,0 2 17,0 0 17,0 6-12,0 8 6,1-2-5,1 18-28,1-17-180,2 21-879,3-8-6089,3 12 7170,1-6 0,-4-12 0,-3-10 0</inkml:trace>
  <inkml:trace contextRef="#ctx0" brushRef="#br0" timeOffset="92682">23157 5010 8343,'-8'0'6593,"2"0"-4420,6 0-1333,0 0-291,-24-4-16,16 8 251,-18 1-95,23 14-264,-2 5-184,0 4-96,1-2-72,2-4 17,2-5 95,3-6 403,0-5 101,7-6-370,9-10-167,11-8-1,11-13 45,3-10-95,-12 4 72,-15 8 1,-2-2 128,-5-5-106,-2-9-117,-25 24-40,-14 11-28,-3 7 22,3 10 1,-1 3-11,-15 15-12,14-3 0,1 3-209,7 1 0,3 3 198,3 1 0,3 2-3,2 1 1,6 2-12,9 6 0,7-1-42,10 13-294,10-17 0,12-4 350,3-16 0,6-6 0,-4 1 0,-8 2 0,-1-1 0,18-2 0,1 0 0</inkml:trace>
  <inkml:trace contextRef="#ctx0" brushRef="#br0" timeOffset="94796">6179 7104 15036,'-56'7'994,"0"0"1,0-1 0,-3 3 0,0-1 0,5 1-690,-1 2 1,3 0-200,3 1 1,6-1-107,6 2 230,22-5 84,32 0 72,34-4-285,-3-1 0,9-3-1092,-7-2 0,6-2 1,2 0-1,-4-1 1007,3 1 1,-2 0 0,2 0-6,-3-2 0,2 0 1,1 0-1,-1-1-331,-1 0 0,1 0 1,-1-1-1,-3 1 344,4-1 0,-2-1 1,1 0-89,-2 0 1,4 0 0,-2 0 0,-6-2 267,13-5 1,-11-2 75,4-12-213,-42-5-22,-46 3-6,-10 7 967,7 10 0,-4 1-729,-4 2 1,-1 1-18,3 1 0,2-1-151,1 3 1,4 0 3159,2-1-3252,22 6-157,5 0 140,21 9 812,14 4-818,27 10-5,-21-7 0,1 3-14,2 1 0,0 4-138,3 9 1,-4 5-264,-12-2 1,-6 1-6,0 0 1,-9 2-1976,-18 7 0,-8-1 1742,0-11 1,-2-2 0,-14 23 0,10-22 0</inkml:trace>
  <inkml:trace contextRef="#ctx0" brushRef="#br0" timeOffset="96607">8722 6883 16460,'1'-48'1520,"0"-1"1,0 1 0,-2-4 0,2 7-1090,2-5-157,-3 42-95,0 3-117,4 28-12,-1-5 26,3 22 0,1 7-46,-3-8 1,0 3-1016,-1 8 0,1 5 1,-1-4 989,-2 0 1,-1-2-6,-2-3 0,0 2 0,-2-5-109,-1-4 0,-2-3 117,-1 6 1,-1 0-25,0-9 1,0-2 194,-7 12 386,5-20 46,5-14 2515,4-18-3020,1-14 299,0-21-366,7-15-20,-1 24 1,2 0-3,8-22-9,1 18 1,2 0-4,10-7-8,-7 15 1,1 2-4,19-3 6,6 12 111,-7 10-131,-3 13 0,2 4-3422,19 14 3408,-15-3 1,0 2 2,-9 1 0,-4 3-90,-4-1 1,-3 2-4,5 28 51,-30 0 45,-29 0 28,5-28 0,-8-3-4,-9-7 1,-7-4-1,3-3 4,-2-2 0,1-3-192,-17 0 0,6-8 125,6-26-224,33-7 2768,10-16-3359,28 18 0,8 3 148,14-15-251,3 18 1,5 3 519,-12 11 1,1 1 206,10-3 0,1-1 162,-1 2 1,0 1-145,-3 2 0,0 0 338,-4 2 1,-3 0 74,17-5 975,-6 1 473,-32 11-858,1-1-399,-16 6-185,-2 2 739,-3 3-750,-5 9 576,-4 11-660,0 12-22,6 21-40,8-15 28,12 14 12,8-26 22,11 2-22,-5-12 240,19-5 0,-12-12-22,16-7-44,-10-12 21,-4-13 6,-5-9-10,-5-8-135,-9 7 162,-2-18-112,-11 23-45,1-7-73,-5 23-145,0 10-174,-1 4-174,1 5-386,-1 8-537,5 7-550,5 12-1221,6 8-2110,6 3 480,7-3 3288,8-11 2554,6-13 2258,5-17 1249,-1-11-829,-5-15-1278,-7-7-878,-9-1-528,-9 4-341,-8 7-279,-6 11-247,-3 7-197,-2 8-5,-6 12 28,-3 13-39,-5 17 5,0 11-66,7 4-96,6-2-135,12-7-341,7-7 11,2-12-4789,15-5 5422,-12-16 0,2 0 0,-13-7 0</inkml:trace>
  <inkml:trace contextRef="#ctx0" brushRef="#br0" timeOffset="96767">10413 6780 16118,'-3'-8'5337,"1"1"-4765,2 7-1205,0 0-1176,-21-43-476,21 40-4235,-15-32 6520,26 49 0,-6-6 0,-1-3 0</inkml:trace>
  <inkml:trace contextRef="#ctx0" brushRef="#br0" timeOffset="98942">10568 7288 23903,'2'-33'1053,"7"-4"-913,18-11-84,-3 5 5,-5-1 1,0-5-1491,-7 8 0,0-2 1437,4-7 1,-1-3 10,-5 7 0,0-2 0,-1 3 9,-1 0 0,-1 1-14,3-9 0,-1 1 67,-5 14 0,-2 6 847,-2 7-905,-5-3 397,-2 30-436,-7 17-1,-6 25 5,7-11 1,1 4-417,-2 9 1,1 2 413,1 5 0,1 2-39,3 3 0,2 1-102,2-1 1,2-1-20,2-13 1,5-1-2968,8 0 1,5 2 0,0-5 3140,0-10 0,0-1 0,8 12 0,-2-5 0,-5-17 0</inkml:trace>
  <inkml:trace contextRef="#ctx0" brushRef="#br0" timeOffset="99896">11152 6939 16695,'11'-47'896,"0"-1"0,0 0 0,1-1 0,-1 1 0,-2 5 410,1-18-248,-2-2-117,-11 21-840,0 22-67,-3 12-18,1 26 24,-3 20-32,4-6 0,0 3-486,0 11 0,1 3 427,0 5 1,2 4-169,1-9 1,2 2 0,0-2 5,-1 2 1,2 0-207,1-7 1,0 2 0,1-4-548,-1-5 0,1-2-446,1 5 1,-1-1-8420,2 22 8587,-3-28 0,-4-14 1,0-17-1</inkml:trace>
  <inkml:trace contextRef="#ctx0" brushRef="#br0" timeOffset="100071">10975 7117 23024,'-15'-44'65,"1"0"1,8 3-1,13 7-99,25 21 1,12 7-1367,4-3 0,4 0 977,4 1 0,2 2-863,1 1 1,0 2 1285,2 0 0,-5 2 0,7 0 0,-13 1 0</inkml:trace>
  <inkml:trace contextRef="#ctx0" brushRef="#br0" timeOffset="100754">12152 7261 11035,'2'-46'1284,"0"1"0,0 0 0,0-12 0,-1 7-697,-1-3-408,-2 28 1281,0 21-1544,2 10 106,1 11-11,2 6 1012,2 21-1196,2 2-371,0 14-767,-2-23 1,1 0-398,4 11-3625,13 9-1738,0-37 7071,-2-3 0,-6-11 0,-11-5 0</inkml:trace>
  <inkml:trace contextRef="#ctx0" brushRef="#br0" timeOffset="101094">12373 6846 20619,'-37'-4'42,"1"0"0,-20 6 935,64 43-954,7-10 22,14-2-6,-4-18 397,9-7-313,-3-13 173,10-8 18,5-21-168,-17 7 150,-2-20 1,-26 5-235,-4 7 572,-18-9-590,-4 24-21,-11 3-85,-7 13-55,10 15-113,3 15-369,19 13-869,9 13-509,6-20 0,2-1-2913,5 23 4890,9 5 0,-11-37 0,-1 0 0</inkml:trace>
  <inkml:trace contextRef="#ctx0" brushRef="#br0" timeOffset="101438">12710 7115 23355,'-21'47'-45,"8"-1"11,20-8 17,6-8 23,-1-9 616,3-7-314,-9-11 128,6-11-66,3-23-3650,-2 3 3392,6-15-815,8-9 843,4 6-210,-7 14 0,2 0 95,-1 8 1,0 4-15,15-10 17,9 7-56,-5 15 2780,-3 8-2797,-2 15-67,-19 18-320,-8 16 1378,-7-3-4534,-7-4 1,-2 1 3421,1 9 1,-5 6 0,7-35-1</inkml:trace>
  <inkml:trace contextRef="#ctx0" brushRef="#br0" timeOffset="102554">14646 7230 17658,'-6'-5'4689,"2"1"-4034,1-27 0,2-8-218,0 8-37,-1-22 1,0-2-116,3 21-156,-1-8-202,2 29-61,-2 11 162,4 34-28,-2 5 0,0-5 0,0 3 0,-1-3 0,-3 0-182,-1 1 1,-1-1 175,-3 19 1,-6 3 117,7-32 33,0 2 125,5-23-153,2-14-83,2-13 16,6-31-27,-1 12-12,0 9 0,2 0 28,6-13-11,-1 14 0,1 2-22,7-10 5,10-4-11,-17 33 329,20-3-362,-7 12-18,16 6-10,8 27 16,-6 10-1206,-21-8 0,-2 1 1229,4 16-34,-6 12 22,-15-14 17,-3 6 6,-5-17 33,-3-11 208,1-16-84,0-5-107,3-13 2463,1-10-2480,6-13-11,6-4 1,7 0-7,2 7-22,-1 11-16,-1 7 16,-7 8-45,10 6 68,-2 7-6,12 6 11,0 6-16,2-1-1,3-3 6,0-7 22,5-6-10,-16-6 10,3-9 17,-16-5 0,2-7-16,-4-2 33,-3 3-17,-2 7-11,-4 6-34,-1 5-66,-1 4-57,-1 1 56,3 6 73,4 5-6,2 10 6,4 8 12,0 3-18,2-2 12,1-3-1,2-7-16,-2-6 67,-1-8 22,-3-6-5,3-9 0,1-8-17,2-9-28,-3 3 34,5-12-51,-7 15 28,2-4-28,-7 16-78,-5 4 17,-3 4-18,0 13 68,0-3 0,0 32-123,-2 0-45,1 3-706,3 5-1299,11-22-3568,13 2 5741,5-10 0,-9-11 0,-8-6 0</inkml:trace>
  <inkml:trace contextRef="#ctx0" brushRef="#br0" timeOffset="102879">15673 6659 22218,'13'2'-357,"-18"-15"0,34 39 0</inkml:trace>
  <inkml:trace contextRef="#ctx0" brushRef="#br0" timeOffset="103463">16185 7157 18565,'3'-4'3131,"-2"1"-1523,-1 3-829,36-71-460,-26 45 129,9-24 0,-5 1-324,-17 28 27,-10-15-101,-7 24-50,-11 3 0,-21 22-5,13 2 2,7 5 0,1 4 3,-13 21-428,16-17 0,1 1 420,3-1 0,1 1-85,1 1 1,3 0 47,-3 15 23,7-6-34,18-10 22,10-13 85,30-1-12,12-16-415,-14-6 1,0-2 389,-9-1 0,-1-3 39,7-5 0,-1-2 25,-10 0 1,-2-1-4,6-8 1,-2-4-15,0-17 1,-4-5-37,-4 3 1,-3-1-7,-1-2 1,-3 0 8,-3-1 0,-1 3 19,-5 13 1,0 1-1084,1-10 0,-1 1 1126,0-8 85,-3 12-85,-1 34-264,-1 5 141,-6 33 27,-3 17 0,-1 12 1,-1 5 219,3-19 0,0 2-266,0 12 0,0 7 0,1-5 966,3-5 1,2-2-1199,0-3 0,0 2 0,4-3-444,6 3 0,5-5-611,5-6 1,5-5-1129,7-5 0,4-6 514,-4-6 1,1-4-285,2-4 0,0-4 2237,25-2 0,-28-3 0,0-1 0</inkml:trace>
  <inkml:trace contextRef="#ctx0" brushRef="#br0" timeOffset="105828">17135 7200 16745,'15'-40'1555,"-1"0"1,1 0 0,3-16 0,-10 4-912,-24-3-392,-5 14 235,-11-2 12,-9 17-359,-2 5-73,-10 18-45,17 14 0,3 12 1,1 3-17,-4 8-301,2 2 0,0 3 292,14-12 0,2 1 3,-5 12 0,2 1-9,8-9 1,2-1 140,-4 24-138,30-13 56,10-23 23,29 1-42,-21-20 0,1-4-9,28-7 29,-12-8 0,-2-4-6,2-6 11,-5-2 0,-1-6 28,-13-7 0,-4-5-868,1-4 1,-1-2 794,-3-2 1,-4-2 23,-8 9 0,-2-2 1,-3 3-190,-1 3 0,-3 0 235,4-17 0,-3 4 9,-6 2 34,-4 15-90,2 28-140,0 0 44,3 17 1988,0 5-1937,8 34-12,-2-5 1,-1 6-26,1 10 1,0 3-487,0-1 0,-2 1 354,-4-10 1,-2 1 0,0-3-71,0-1 1,0 1-425,-1 12 0,-1 6 0,1-7 397,2-13 0,3-1-13,0 4 1,1 3-1,4-5-313,7-7 1,2-3 394,-1-3 1,2-2-2695,21 15 2969,-13-30 486,27-20 191,-6-11-301,11-5 190,-21 0 0,-2-3 73,9-13-1014,-13 9 1,-3-1 564,2-11 306,-7-13-381,-15 21 1,-3-1 770,1-5 0,-2-1-908,-2-13 0,-2 1-29,1 15 1,-1-1 11,-1-11 0,0-1-3,3 11 1,0-2 69,4-15 0,0-1-11,1 15 0,-1 1 44,2-2 1,-1 4-23,0 5 40,-5 8 2987,-3 22-3133,-2 1 22,-18 17-5,7 0-34,-24 28 0,22-10 1,3 3 7,-1 4 1,3 3-9,2 11 0,4 1 48,10-5 1,4 0-86,3 1 1,4-1-53,4-1 0,3-1-99,2-2 1,1-2 44,-6-10 1,2-1-637,9 8 1,0-2-426,8 3 831,-10-15 1,-1-4 215,4-4 254,3-17 307,-3-20 117,-3-4 146,-4-13 100,-14 5 12,-5 4 174,-4 10-655,-2 6 296,-3 5-499,2 5-67,-1-2-67,4 4 6,0 0-28,5 0 94,11 1 1,18-1 6,13-4 38,5-8 23,-5-13-22,-10-13-6,-12-11 11,-8-5-28,-10 12 79,-11-6-62,-7 25-34,-3-4-11,-19 14 12,6 10-6,-13 8-23,6 14 17,2 18-20,15-1 1,3 2-8,-4 18-309,9-10 1,4 1 285,10 16 14,2-24 0,3-1-6,5-3 0,4-2-183,4-5 1,5-3 112,3-4 0,2-4-64,3-4 0,2-5-17,1-6 0,0-3 50,1-4 0,-1-5 87,-2-4 0,-2-4 56,-2-4 1,-3-3 7,-3-5 1,-2-2 13,-4-2 1,-2-1-1493,-3 0 0,-3 0 1690,4-25 9,-10 14-4,-11 15-68,-1 13 233,-1 9-435,2 6 240,2 3-228,-13 29 3402,3 3-3388,1-3 0,1 3-4,-1 26 7,7-5 5,7-13-11,19 4 27,3-22-4,18 2-1,0-17 11,2-15 12,3-9 5,-1-15-17,-2-11-8,-24 17 0,-2-1 48,13-26 33,-10 7-11,-10 17-145,-7 14-57,-5 12 68,-5 12 38,-2 8 18,-2 2-28,1 18 16,13-13 12,31 12-6,-7-20-427,24-3 427,-23-12 67,23-10 17,-15-7 0,9-15-34,-27-12-27,-13-8 10,-14-3-10,-8 3 10,-8 9-33,3 11-73,4 12-95,6 11-61,7 5 353,1 11-746,9 6-515,10 9-403,18 8 666,1-6-669,3-5 0,3-2 132,-9-7 0,2 0 775,15 3 0,1-2 554,-9-6 1,-2-2 292,-3-3 1,-2-3 1193,21-7 282,-13-8 458,-13-12-1507,-14 8 600,-5-9-247,-10 12 382,-7-3-1183,-1 7 351,-24 3-513,11 8 56,-38 7-17,20 7-50,-17 10 0,17 5-23,8 2-5,9 3-6,10 0 12,7-6 49,20 8 57,7-15 45,18 2 17,2-15 10,0-15 35,-6-8-52,-8-12-38,-11-4 0,-8 0-34,-7 7-45,-3 11-101,-4 9 29,-5 7 38,-15 16-16,6-3-6,-11 20-28,19 19 29,11-8 10,7 9 6,13-26-6,10-3-10,8-3 21,3-2 23,-11-11 0,1-3 0,9-2 23,20-9-29,-32-2 17,-1-15-16,-16-5-7,1-16 7,-4-11-23,-1-1 33,1 4 18,3 10-79,3 11-6,2 10 6,2 8-33,0 7-12,6 16 28,-5 9 34,-1 8-23,-5 16 17,-4-2 9,-2-11 0,1 1 13,11 21 6,2-8 6,11-10 6,5-15 21,16-2-24,-24-12 0,3-3 22,8-7 0,0-3-14,14-3 28,-18-6 0,-3-2 5,-7-5-94,-3-4 1,-2-2 206,1-9 134,4-16-129,-19 29-112,-4 10-11,-4 12-375,0 4 240,-1 25 51,1-6-156,5 42-516,15-4-844,-3-18 0,5 2 1544,10 6 0,0-3 0,5 5 0,2-4 0</inkml:trace>
  <inkml:trace contextRef="#ctx0" brushRef="#br0" timeOffset="106824">6023 8834 18711,'-47'5'855,"0"0"0,-1-1 0,20-1-804,29-3 178,6 0 152,14 0-89,29-2-186,6-1-552,-9-1 1,7-1 0,0 0 461,-9-1 1,0 1 0,3-1-461,2-1 1,5 1-1,0-1 1,-2 0 450,8-2 0,-2-1 1,-1 1-3,-3-1 1,-2 1 0,-1-1-199,-8 1 1,-1 0 0,-3 1 385,6-3 0,-7 1 222,7-2 514,-32-1 152,-28 0-1076,-6-3 42,-11 0 1,-4 0 221,-21-8-42,18 7 0,0 0 2145,-9-5-2092,20 7 768,16 7-1227,9 5 106,3 2-39,10 4 101,15 9 11,18 10-6,-16-5 1,1 4-21,2 2 1,-2 3-208,-2 2 0,-3 2 177,-3 1 0,-3 1-230,-5-2 0,-2 3-2506,-5 8 0,-3-1 2792,-6 20 0,-2-9 0,-1-30 0</inkml:trace>
  <inkml:trace contextRef="#ctx0" brushRef="#br0" timeOffset="107644">9153 8737 18011,'12'-44'1310,"0"-1"1,-3-2 0,-7 7-583,-16 16-201,-10-3-258,-6 19-163,-2 15-72,-6 14 5,-5 22-169,19-13 0,1 3 107,-5 13 1,3 1-233,8-13 1,2-1 234,-2 13 1,5-1-71,10 4-14,10-16 1,5-1 30,6 7 8,6-18 1,5-5-53,25-7 89,-17-8 0,2-4 28,2-4 0,1-4-97,-1-4 0,-2-4 186,-3-1 1,-3-2 295,13-13 74,-9-14 390,-24 20-445,-2-6-152,-10 20-236,-2 9 200,0 6-529,-1 56 307,3-33-14,0 14 1,4 0-9,9-11 22,9 2 34,6-5 90,8-10 44,4-8-61,-7-7 263,15-21-218,-26 5 112,-1-5 0,-2-4-1,-4-10 18,2-18 10,-14 10-128,-2 6-51,-3 10-83,0 10-236,-1 9 28,1 6-700,0 4-241,10 10-727,10 2-1912,20 10 3765,16 3 0,-24-11 0,-1-1 0</inkml:trace>
  <inkml:trace contextRef="#ctx0" brushRef="#br0" timeOffset="108087">10319 8792 19384,'0'-4'4239,"0"1"-1785,0 3-2415,-32-54-101,24 40-111,-23-39-23,31 56 101,0 5 106,7 11-6,0 0 18,27 23-12,4-8-341,-8-10 1,3 1 320,-3-4 1,1-1-40,-2 0 1,-2 1-234,16 18-111,-23 1-224,-33 0-537,-30-2-104,10-20 0,-4-4-418,-3-2 1,-1-4-1779,2-4 0,2-6-1784,-23-16 4808,21-22 429,21-18 0,17 23 0,3-1 1725,3 1 0,2 1 5278,9-27-2797,-2 15-1685,-5 16-1099,-6 13-62,-1 9-1332,-2 6 151,1 16-168,-1-3 51,4 28-68,-1 4-1976,0-4 1,0 2 1298,1 17-1152,-2-14 1,2-2-7997,3 8 8330,0-6 0,-1-17 1,-4-20-1</inkml:trace>
  <inkml:trace contextRef="#ctx0" brushRef="#br0" timeOffset="108336">10980 8462 23809,'3'-54'918,"-1"-1"1,1 10 0,-3 10-869,-1 21-112,-2 13-134,1 7 140,-4 15 67,1 13 0,-2 7-19,0 4 0,-1 3-637,2-3 0,-1 3 0,0-2 617,-1 6 0,1 0-209,2-1 0,0 3 0,1-6 15,1-11 1,2 0-132,1 5 0,2 3 1,4-5-1829,20 18 371,-6-27 1,5-4 1809,7-7 0,1-5 0,3 1 0,1-9 0</inkml:trace>
  <inkml:trace contextRef="#ctx0" brushRef="#br0" timeOffset="108837">10834 8887 25528,'28'-35'-38,"1"0"1,-9 4 0,4 8 14,18 18 1,4 10 2,-2 0 0,-1 0 20,-8-2 0,1 1-6,13 2 1,-4 1 16,-6-4-5,5 0 5,-24-3 46,-15 0 32,-1 0-72,-15 6-11,2-1 16,-19 12-33,8-2-6,-3 4-44,10 4 33,17-4 39,7-1 34,7-8-23,1-5 62,12-5-6,18-9-44,-8 3 56,17-14 33,-24 1 140,9-15-11,-13 1 56,-8-6-28,-18 5-162,-15-1-96,-3 8-22,-16-4 28,-1 10-67,-12-1-90,10 11-140,2 11 62,16 7-426,-2 18-627,6 7-3243,5 25 789,8-15 2866,9 9 0,-5-36 0,1-1 0</inkml:trace>
  <inkml:trace contextRef="#ctx0" brushRef="#br0" timeOffset="109404">11912 8750 25539,'-11'-32'-381,"2"15"392,5 44-17,1 2 17,-1 6 1,0 0-1,1-1-3,0 0 1,0-1-26,2-9 34,0-1 134,0-13-22,1-7 538,1-6-499,1-2-45,4-23-50,2-6-17,6-19-11,-3 12 117,10-13 23,-5 21-174,2-1-28,1 14-5,2 13-51,13 3-39,13 10 78,-6 3-8,-10 7 0,-2 5-14,5 10 17,-12-7 0,-3 2-11,-4 14 33,-12-10 17,-16 6 129,2-22 190,-5 4-235,10-18 11,2-13-5,2-12-34,0-3 56,19-31-62,7 15-28,-4 13 1,3 2 10,24-10-53,-7 21 1,2 4 19,-9 5 0,1 4-11,4-1 0,1 5-51,-2 10 1,-3 5-29,9 17-278,6 7-198,-18 13-1661,-27-18 1,-3 1-7530,2 18 9756,-13 8 0,4-45 0,2-6 0</inkml:trace>
  <inkml:trace contextRef="#ctx0" brushRef="#br0" timeOffset="110544">14134 8931 20758,'15'-57'883,"1"0"0,-3 7 1,-2 11-705,-3 21-5,-4 11-326,-4 11 248,4 9-46,3 15-11,2 13 26,-2-1-32,-6-6 1,-5 2-6,-11 18-233,2-15 0,-3 0 224,-1-10 1,-1-4 120,-14 15 263,12-19-33,10-19-281,12-20-5,8-19 34,8-21-65,-5 22 1,2-1 102,1-3 1,1-1-109,2-2 0,1 1-9,1 2 0,0 2-8,-1 4 0,1 3 8,18-14-34,-4 19-55,0 13 28,2 12 10,18 19 1,-15-1 5,-11 3 1,-2 4-17,6 20-1,-15-15 1,-2 3 8,-1 0 0,-4 0 14,-2 0 0,-3 0-28,1 24 0,-7-11 61,-2-16 7,-1-15 790,2-9-433,1-7-201,1-8-162,1-13-17,5-12 5,8-12-22,10-2-45,10 5 17,4 10 6,-9 12-96,6 10 107,-11 11-34,23 13 34,-17 1 6,21 18-12,-15-5 11,9 5-22,-7-6 17,-10-8 33,-12-9 102,-8-5 32,-4-10-72,0-7-11,4-14-34,4-8 34,3-11-34,-5 16 17,2-2 6,-9 24-62,0 2-56,-3 6-84,1 6 123,5 10 6,1 4 11,9 22-22,-2 0-141,4 16-871,1 2 87,-8-29 1,2 0-2706,3-3 0,2-2-5780,11 11 9432,0-11 0,-19-19 0,-5-3 0</inkml:trace>
  <inkml:trace contextRef="#ctx0" brushRef="#br0" timeOffset="110720">15744 8408 21063,'-3'-7'2880,"1"2"-2813,2 5-1305,0 0-1747,-14-3-4745,26 30 6882,-9-5 0,15 10 0,-5-15 0</inkml:trace>
  <inkml:trace contextRef="#ctx0" brushRef="#br0" timeOffset="111603">16385 8728 19064,'0'-4'2940,"0"1"-2138,0 3-125,-87-51-1163,34 37 609,9-2 0,-8-2 1,6 8-71,9 15 0,2 5-42,1-1 1,1 3 27,-18 24-34,20-3 262,-2 20-340,20-1 23,20-3 161,26-12-94,25-20 5,-21-15 1,3-5-476,13-11 1,1-5 516,-9-1 1,-2-4 27,4-10 0,-5-3-44,-18 11 0,-5-3 216,0-9 1,-4-3-156,-3-8 0,-2-1-31,0-2 1,0-2-833,1-7 0,-2 1 888,-2 13 1,-1 4-60,-1 11 1,0 2 125,1-4 0,0 5 45,-2 3 669,2-2-1016,-5 22 42,0 10 37,2 5 1936,8 44-1917,-7-22 1,0 5-6,0 10 1,0 7-1,0-4-1262,-3 3 1,0 0 1224,-2 0 0,0 5 1,-1-7-15,0-12 0,1-1-370,0 20 1,6 0 111,6-18 0,6-2-406,15 11 1,11-6 281,-7-20 1,5-5 0,-1-1 314,12 6 0,1-7 50,3-8 0,-1-8 59,-13-5 0,-1-5 126,10-7 1,-1-4 78,-3-1 0,-1-4-680,0-4 0,-7-2 811,-2-13-70,-27 10 1,-7 0 19,-7-1 44,-16-4 1,-9 3-196,2 19 0,-3 5-73,-5-7 0,-2 4 53,-17 9 0,1 8-79,17 4 1,0 4-6,-19 8 0,3 6-23,20-2 1,6 5-1,1 4 1,5 2-9,6 10 1418,14 6-1401,8-21 427,20 12-432,14-13 10,5-3 487,0-13 0,2-5-472,-13-7 0,0-3 19,15-1 0,-1-8 35,-8-13 1,-7-4-44,-11 9 0,-3-3 12,-4-11 0,-2-7 0,-3 5-21,-5 7 0,-3-2-2,2-16 1,0-10 0,-2 6 4,0 3 0,-1 3 0,0-13 1,1 2 38,0 11 1,-1 5 119,0-10 489,0-1-477,-4 23-196,0 16-101,-3 10 977,-1 13-899,-10 31 12,-1 21-146,6-11 1,0 3 114,4 5 0,1 2-432,2-16 0,1 1 0,1 0 229,1 1 1,1 0-1,1 0-200,2-1 1,0-1 0,2-1-35,0 5 0,5-1-2767,16 9 0,4-5 3246,10-3 0,-16-20 0,-2-3 0,-2-11 0</inkml:trace>
  <inkml:trace contextRef="#ctx0" brushRef="#br0" timeOffset="113813">17878 8765 18627,'-1'-3'3955,"1"1"-964,0 2-2840,-44-18-56,34 14-22,-33-13-39,43 17 1153,0 0-1148,1-2-50,0-1 5,4-5 12,1-1-6,3-6 11,3-5 6,-2 1-6,11-30 34,-6-1-173,-4 9 1,0-3 132,-1-14 1,-1-1-1641,-2 6 1,-1 1 1642,0-1 1,-1 3-4,-3 15 1,0 2-355,-2-30 354,-2 28 40,-3-18-17,1 38 132,0 1-238,2 13 3244,1 5-3177,-9 30 11,-3 16-210,3-8 1,-1 5 192,2 3 0,0 2 6,1 4 0,2 1 2,2 1 1,1-1 8,3-1 0,1-1-34,2-3 1,4-1-231,5 2 1,3-2 53,-5-18 0,3-1-426,7 7 0,5-5-1084,13-3 364,20-6 1008,-26-20 1,0-7 294,2-5 0,-1-6 145,-2-4 1,-3-4 159,-3-4 0,-3-1 118,5-17 1047,-11-18-924,-13 33 711,-9-23-644,-2 31 719,-4-1-1133,6 13 41,3 6-327,3 2 174,7 9-6,6-1-23,4 4 12,24-5 17,-8-9 16,23-16 28,-22-8-44,-5-6 50,-20 0 0,-4-1-11,-5-8-59,-1 8 0,-4 2-31,-13 0 34,-7 13 0,-5 10-12,0 10-5,6 5-5,-8 29-7,18-10-2,0 15 0,2 3 14,6 1 8,0-8 1,4 3-54,10 7 1,5-1-332,-2-14 1,1 0 179,9 17 0,3-2-476,20-4-359,8-15-543,10-14 669,-26-14 1,1-3 257,4-3 0,0-2 431,1-6 1,-1-3 248,-2-3 1,-3-3 139,-2-5 1,-4-4 193,-4-1 0,-4-3 184,-4 1 1,-4-1 75,-4 4 1,-3 1 492,-2-18-308,-10 15-285,-1 13-516,-1 11 0,1 7-11,-1 13 11,-6 9 1,0 3-35,-7 27 23,9-11 6,-2 17-12,8-15 634,8-7-572,7-9 73,13-8-45,19-8-17,16-5-28,-24-6 1,1-3-242,-2-2 0,0-4 264,-4-4 0,-2-3 44,13-27-11,-16-2 17,-22 1-106,-8 21 22,-13 9-17,-11 21-11,-2 8 0,-4 8 476,12 7-482,13 3 12,11-7 11,19 12-28,9-13 27,22 8 1,10-12-296,-26-12 1,1-2 292,1-1 0,0-3 5,-1-2 1,-3-4 36,24-12 6,-15-13-6,-14-8-77,-13-10 38,-10-4 33,-10 0 1,-7 5-18,-6 9-16,1 12-106,7 14 27,4 7 476,6 7-767,10 8-480,10 8-668,18 10-533,15 7 645,-21-17 1,2 0-880,2-1 0,2-1 215,2-2 0,1-2 597,8-2 0,0-3 1699,-10-3 1,-1-2 185,-3 0 0,-2-4 2387,10-11 669,-17-4-495,4-9 102,-5-10-1227,-13 0-1501,-7 7 286,-35 2-437,-9 21 178,9 2 0,-4 3-338,-4 8 1,0 5-52,7 0 1,1 2 3,-25 16 0,21 8-3354,17 5 3360,5-5 16,7 14-6,16-19 23,7 4 73,9-9 28,2-12 16,0-10 12,6-20-79,-6-5 22,13-24-38,-12 7 83,5-10-78,-16 23 3443,-3 2-3544,-19 21 17,-16 15-45,-7 16 45,2 1 0,8 21-6,20-22 23,9 14-6,22-11-22,4-12 22,3-6-5,-1-10 5,-6-11 6,-2-4 0,-4-11 0,-9-19-17,-7 9 11,1-14 34,-2 7-29,3-2-32,6-5 16,3 8-12,9 8 7,-2 15 5,-1 5-34,4 17 17,-16 0 1,14 25 21,-17-3-33,5 16 34,-10-14-12,3 6-5,-1-10 22,12 10 17,2-12 6,12-2-6,-9-15 17,16-5-40,-15-5 17,10-6 1,2-3 22,-4-3 22,5-8 0,-2-4-33,-16 3 100,12-24 73,-29 10-162,-3 11-22,-11-2 27,-13 16-44,4 4-62,-5 6 33,13 13-5,13 17 0,6 3-658,14 6 0,5 2-2445,10 8 2452,-1-5 1,-2-3 0,-11-13-1,2-3 1</inkml:trace>
  <inkml:trace contextRef="#ctx0" brushRef="#br0" timeOffset="116286">5826 10721 18621,'-47'-3'301,"0"0"0,9 1 0,8 0-654,13 1 56,22 6 941,14 6-255,10 1 0,9-1-193,2-3 0,5-2 0,2-2-1137,8 1 0,3-2 1,3-2 959,-6-2 1,2-2-1,1-2 1,-1 0-4,-2-2 1,0-1 0,0-1 0,0-1-3,1-1 0,0 0 0,-1-1 0,-3 0 1,5-1 0,-4 1 0,2-2 69,-7 0 0,3-2 0,-3-1 0,-6 3 22,-1 0 1,-3-2 315,2-3 0,2-4 1,-11 2 81,-9-13-297,-16-15-61,-40 12 2,5 19 0,-5 3-54,-7 0 0,-3 3 222,-1 1 1,0 3-34,3 1 0,4 1-3,-16-1 1894,26 3-2382,19 3 355,11 1-208,7 5 89,15 7-17,18 9 0,2 2-231,-2-1 1,3 3 199,-13-5 1,-1 1-37,13 10 0,-2 4-163,-14-3 1,-8 3-667,-6 4 0,-9 4 367,-17 13 1,-5-1-1,0 6 1,-1-29-1,-1 0 1</inkml:trace>
  <inkml:trace contextRef="#ctx0" brushRef="#br0" timeOffset="118245">9294 10592 22043,'9'-63'657,"0"1"1,-1 4-1,-2 16-416,-4 35-790,-1 4 510,-1 15 151,-1 13-61,1 25-32,-3-18 1,1 2-454,-2 4 0,0 1 448,-2 2 0,-1-1 0,1-3 0,-1-1 221,-6 23-174,4-18 275,4-21 320,2-11-202,1-14-348,-2-11-5,-4-31-79,2 7 11,3 3 0,1-3-19,6 7 0,2 0-3,2-12 0,2-1-14,5-2 1,2 1 13,2 1 0,3 1-1589,4 0 0,1 3 1572,-9 15 1,0 2-1,6-2 1,0 4-29,4 6 6,6 2-78,5 11 67,-13 8 16,7 14-33,-17 10 34,-2 15 22,-19 12-9,-5-22 1,-6-1-21,-9 4 0,-5-1 29,-6 1 0,-4-3 36,-8 1 1,0-5-9,14-10 0,3-2 59,-4-3 0,5-4 3227,11-7-3224,5-5-85,8-4-61,12-3-39,9-1 50,16 2 6,17 4 0,10 8 11,-18 3 0,0 3 397,15 5-366,-17 0 0,1-1-26,13 4 12,-17-7 0,0-1-20,2-4 0,-2-1-19,22 1 16,-15-11 1,0-6 27,13-11 20,-17 4 0,-2-4 22,-11 0 1,-4 0 64,11-25-29,-15 12 164,-8-5-91,-8 23-156,-2-1-157,-1 14 67,-2 12 73,-2 9 23,1 4 326,-1 23-326,9-11-1,5 13-33,11-15 16,7-7 12,-2-10 84,20-6 33,-10-11-16,13-8-40,-19-3 141,-1-22-79,-16 6-11,-1-27-85,-11 24 24,-6-13-40,0 24-180,1 2-374,3 10-376,2 8-425,9 10-662,7 8-677,14 9-1333,10 4-1888,7-3 2840,8-7 3075,2-9 723,-1-14 4441,-6-12 168,-10-8-3293,-16 1 1568,-8-8-2324,-11 12-438,-5-5-3671,-3 13 2820,-1 5-123,0 6 57,0 13 105,-2 15-44,-3 18 5,-1 13-196,2 3 196,2-4 23,3-7 3288,-1-10-3266,3-14 124,0-12 185,4-11-7,8-15-89,13-14 11,17-20-148,-14 16 0,2-1-338,4-4 0,1 1 301,-1 0 1,0 0-20,-2 4 0,0 3-167,-6 4 1,1 3 107,14-5-39,-7 17 6,-7 10-527,15 39-4356,-24-4 1,-3 3 4372,3-7 0,-2-1 1,-5 3-1,-3-5 1,-5-18-1</inkml:trace>
  <inkml:trace contextRef="#ctx0" brushRef="#br0" timeOffset="120729">10552 10520 8478,'0'-8'6228,"0"2"-5348,0 6-62,0 0 660,20-65-800,-13 41-48,6-16 0,-2 1 1017,-8 15-1239,-1 5 271,-13 1-528,-10 13-39,-35 4-84,13 7-6,6 2 1,0 6-21,5 5 1,2 4-11,0 1 0,2 3 2,2-2 0,3 3 6,-1 29-11,17-23-6,7 0 1,6 1-325,17 12 363,-2-14 1,5-2 16,7-6 1,5-5-10,8-1 1,4-4-592,8-3 1,3-4 578,-18-5 1,1-1 0,-1-2 22,1-2 0,-1-2 0,1-2 119,1-3 1,1-3-1,-4-1 67,7-5 0,-3-4 8,-2-4 0,-5-2-11,-4-11 84,-15-12-340,-17 3 72,-6 16 0,-3-1-21,-3 0 1,-6 0 13,-19-9 1,-7 2-9,7 13 0,-4 3-485,-15-5 0,-3 6 452,9 13 0,0 7-4,-4 3 1,-1 5-3,-3 2 0,0 5 8,0 5 1,2 4-20,1 2 0,3 3-17,6 3 0,5 2 7,6 1 1,5 2 11,7 1 1,7 1-18,8 5 1,7-1 17,8 15 13,8-20 1,8-4-15,1-13 1,4-4 0,13 4 0,2-2 27,-7-6 1,4-2-45,3-4 1,5-2 0,-3-3 38,4-3 0,0-3 9,-4 0 0,3 0 1,-4-3 32,5-7 0,-5-3 6,-8-1 0,-3-2 36,-9-1 1,-5 0-7,3-15 0,-19 6 1,-7-2-62,-15-20-1,2 15 1,-5 0-20,-5 7 1,-5 3-10,-6 3 1,-3 3 5,-5 5 1,-4 4-6,-4 4 0,-2 5-63,-5 5 1,2 5 67,11 0 1,0 4-21,4 5 0,-1 5 0,3 1-174,3 6 0,2 2 186,-8 4 0,3 3 0,13 1 0,6 4-34,9-1 0,5 0 375,4 0 0,4-1-347,0-1 1,8-4-29,19-2 0,8-6 51,-3-11 0,1-3 0,6 4 0,4-3 13,-2-10 1,2-5 0,-3-2-343,4-4 0,-2-4 363,-2 2 0,1-2 1,-3-2 32,2-8 0,-5-2 227,-6 0 0,-4-2-239,-6-1 1,-4-2 175,-6-1 1,-2 0-221,-4-3 0,-3 1 3,-3 1 0,-4 1 22,-7-24-11,-10 15 152,-3 16-752,-4 13 219,10 11 285,-6 17-3422,13 15 3490,2 22 0,4-22 0,6 1 0</inkml:trace>
  <inkml:trace contextRef="#ctx0" brushRef="#br0" timeOffset="121112">11492 10450 19961,'0'-7'3461,"1"2"-2419,-1 5-251,0 0-814,-8-39 84,-4 49-72,-9-18 0,2 62 0,4 6-13,9-2 47,12-6-18,10-9 125,13-11-41,9-12 29,9-11 83,8-15 17,-20-7 1,-2-2-51,12-11-3,-17 4 1,-3-1 69,-4-12-56,-2-9-78,-10 0-68,-9-2-44,-2 18-134,-3 2-404,3 20-891,0 2-526,5 3-4128,24 7 1047,-4-1 5047,24 5 0,-30-5 0,1-2 0</inkml:trace>
  <inkml:trace contextRef="#ctx0" brushRef="#br0" timeOffset="121330">12326 10248 19771,'5'-54'1560,"0"0"1,0 0 0,-1 4-781,1-2-180,-2 10-140,-4 25-430,-1 12-126,0 5 16,-7 28 80,3-1-1611,-5 20 1,0 5 1604,0 9-9,4-21 0,0 5 0,1 1-480,3 3 1,1 1 0,1-2 283,-1 4 1,1 0-201,4-1 0,2 2 1,2-9-514,10 2-421,11 5 1345,-1-31 0,0-4 0,-6-1 0,20 3 0</inkml:trace>
  <inkml:trace contextRef="#ctx0" brushRef="#br0" timeOffset="122045">12250 10397 24514,'-13'-30'5,"33"5"-30,34 19 0,12 7 2,-13-3 1,1-1-119,-11 1 0,1-1 1,-2 0 128,11-5 1,-6-1-2864,-1-1 2877,-13 2 1,-1-2 748,4-4-589,-3-5-44,-7 5 380,-9-2-330,-14 12 234,-5 0-301,-5 3-28,-17 3-73,-3 7 2432,-9 7-2466,12 8 12,10-1-12,10 8-5,31 11 50,-8-14-17,9-7 1,3-5 27,20-9 6,3-1 3,-22-8 0,1-3 198,20-15-128,-11 0 196,-4-22-163,-31 12-94,-3-6-29,-19-3-6,-25 2 1,4 7-12,-1 13 1,-2 5-29,-15 11-5,-5 8 17,17 14-12,22 10 6,8-1 0,5 17 17,9-2-12,4 2 7,14 10-7,0-28 1,3-1 2,2 0 1,3-1-258,7 2 0,1-3 266,-3-8 0,-1-4 13,0-4 1,0-2 53,26-2 12,-1-14 27,-4-12 22,-3-14-81,-27 12 1,0-4-15,0-4 1,0-2-4,-6 6 1,0-1 36,5-7 0,0 0-55,15-17 155,-2 6-83,0 10-84,-9 23 0,4 9-17,6 12-6,7 13-81,-13 4 1,-1 3-206,12 16-2358,-11 8 1,-6 2 2447,-15-23 1,-2-2 0,3 6 0,-2-3 0,-8-4-1</inkml:trace>
  <inkml:trace contextRef="#ctx0" brushRef="#br0" timeOffset="128378">15209 10790 25348,'21'-54'286,"0"1"0,-1-1 0,1 3-194,-5 13 0,0 1-791,0-8 1,-1-1 731,-1-4 1,-1-2 2,-3-3 1,-1 1 2,-3 0 0,-1 2 3,-2 4 0,-2 3 45,-2 8 0,-2 2 106,-5-13-171,0 26 285,0 11-515,6 11 91,-4 12 128,-3 19-17,-4 30-547,6-18 0,1 3 539,1 8 0,1 2-26,1 5 1,2 1-326,2 0 1,1 0 126,1-2 0,1-2-112,1-6 0,2-1-216,1-8 1,1-3-231,2-7 1,4-3-689,20 9 1013,-1-20 294,0-23 1,2-9 246,-7-2 0,0-4-266,14-10 1,0-5 449,-8 0 1,-2-1 84,-3-2 0,-3 0 115,-5 3 0,-2 0 576,6-21 1294,-14 17-1926,-15 16 740,-6 11-993,-6 7-88,2 4-51,4 4 934,3 5-974,5 4-11,3 5 45,9 0 17,11-1-17,14-5 44,8-7 47,4-9 88,-7-10 45,-10-12-39,-12-8-23,-11-8-50,-8-3-62,-3 8 130,-12-13-74,3 23-16,-9-6-68,6 21-56,-15 12 34,2 15-22,-19 16 5,24-7 0,2 2-11,0 6 0,2 1-197,4 3 0,4 0 166,3 0 1,7 0-1662,7-1 1,6-3 1615,7-2 1,7-3-46,8-3 1,6-4-475,6-4 1,4-4 364,3-2 0,2-5 76,-2-5 0,-2-4 129,-5-2 0,-2-5 75,-9-2 1,-3-4 44,9-21 34,-21-7 84,-18-4 117,-11 2 244,-3 7-243,-3 14 2856,5 14-3136,1 8 1198,3 12-1227,-2 7-5,4 14 17,2 8-6,9 3 0,14 7-6,-2-18 23,14 6 22,-10-22 23,7-1 72,-1-10 84,8-18-145,-11 1 106,10-23-39,-16 4-22,1-12-23,-7 1-33,-5 8-51,-4 10-61,-3 13-275,-2 8-353,2 6-202,8 3-682,16 6-769,4 2 1,2 1-145,19 9-1275,-9-3 0,-1 1 281,13 7 3469,-22-12 0,0 1 857,23 8 8973,-23-11-6710,-11-4-1765,-18-5 253,-6-1-516,-1-1 118,-6 0-627,2-1-38,0 0-338,5 0-11,3 0-84,8-2-61,-2 0 94,17-10-111,-9 2 61,15-16 0,-9-2 17,2-11 39,-4-3 40,-8 4-12,-5 9-129,-9 10-61,-16 8 17,1 7-6,-31 13-6,18 10-5,-7 6 22,14 18-22,16-3-28,10 23 16,15-12-49,19 1 72,16-17-578,-3-12 572,-11-13 1,2-3 5,-5-4 0,2-2-1609,16-6 0,2-5 1615,-10-1 0,-3-4 5,-1-1 0,-5-5-262,-6-6 1,-5-4 281,-7-1 0,-3-5-39,-1-3 1,0-6-1,-2 1 25,-2 3 0,-1 0 0,-1-1-226,0-7 1,0-2 0,-1 3 292,0-7 0,-2 5-23,-1 14 1,-1 2 521,-4-19-392,-3 32 2546,-1 5-2809,0 15 830,-1 22-770,-1 26 267,-1 7-269,3-4 0,1 4-76,1-2 1,1 4-309,0 1 1,1 5-1,1-1-1710,3-7 1,0-2-1,2 0 2108,0 2 0,0 1 0,1-8 0,1-7 0,2-6 0,3 2 0</inkml:trace>
  <inkml:trace contextRef="#ctx0" brushRef="#br0" timeOffset="130694">19318 10417 21903,'10'-56'1058,"0"1"1,-2 8 0,-2 9-840,-2 20-342,-4 14 162,0 33-11,0 11-28,1-3 0,-2 3-360,1 1 1,0 1 359,-1 3 0,-1-1 5,1-9 1,-1 0-6,-3 11 0,-2-1 23,-5 8-7,4-18 1,-1-3 146,-4-1 179,5-17-96,4-18-151,6-20 6,7-24-45,1-1-23,5 1 1,4-2-193,-4 14 0,2 1 179,7-15 0,1 0-6,-4 14 0,0 3-40,-2 5 0,1 2 31,17-15 1,3 15-28,2 11-6,3 12 22,-1 16-22,-2 14 17,-6 16 11,-10-3-6,-12-6 1,-3 0-7,-3 9 24,1 14 10,-11-26 1047,0-11-980,0-11 301,1-6-351,9-24 0,2-3-28,11-20 23,2 6-6,0 5-39,-4 9-23,-6 11-22,-2 8 23,3 5 33,24 13 0,3 4 5,7 4-22,1 4 29,-14-7-24,5 2 7,-8-6 38,-7-6 7,-6-7 10,-2-8 17,-1-8 28,0-13-39,-2 2 107,6-22-102,-9 23 214,10-23-85,-12 31-67,1-1-128,-7 14-191,-3 4 101,0 11 106,5 22-39,3 10-104,2-8 1,1 1-116,4 10-254,-1-16 0,2 0-5056,20 7 5557,-2-7 0,-4-8 0,-16-17 0</inkml:trace>
  <inkml:trace contextRef="#ctx0" brushRef="#br0" timeOffset="130862">20581 10055 17115,'0'0'0</inkml:trace>
  <inkml:trace contextRef="#ctx0" brushRef="#br0" timeOffset="131579">21367 10376 21343,'0'-5'3451,"0"2"-2426,0 3-722,-77-58-710,43 43 455,-4-2 1,-9-3-1,6 10-543,-17 29 501,16-1 0,1 3 230,-9 14-250,20-4 0,4 1-8,4 0-31,6-2 0,5 1 30,16-5 273,11 6-233,18-18 11,29-15-14,-31-5 0,0-3-6,1-1 0,0-2 28,1-10 1,-4-3 190,4-10-115,-5-10 0,-1-6-743,-12 12 1,-2-2 676,0 2 1,0-3 0,-1 2 59,1-12 1,-2 3-37,-3 12 0,-1 0 140,0-4 0,-2 3 42,-2 4-90,0-5-156,-4 28 215,-1 7-333,-3 15 1497,-2 18-1402,0 9 1,-1 5 13,2-10 0,1 1-255,-2 23 0,1 3 247,5-12 0,1-2 5,0-8 1,0 0 5,4 8 0,1-5 0,3-4-6,1-2 12,-3-16-6,-3-13 56,-1-4 11,-1-4 488,1-2-527,-1-6-28,1 0 39,-2-1 23,0 4-68,-1 3 6,-1 3-521,0 1-3142,0-4 3663,1 0 0,0 0 0,0 1 0</inkml:trace>
  <inkml:trace contextRef="#ctx0" brushRef="#br0" timeOffset="132953">21934 10407 18196,'5'-5'4128,"-1"1"-3504,20-23 1,2-7 333,-13 2-519,13-12 1,-5-2-64,-31 9-136,-12-4-156,-1 18 40,-16 6-52,1 11-66,5 10 0,-1 4 2,3 2 0,1 3-627,-7 9 0,2 2 619,-10 14-38,22-12 1,2 2 37,-1 15-45,10 19 57,22-16 83,33 1-50,-7-28 27,12-6 1,-21-13 190,20-19-140,-22 0 1,-2-6-43,5-6 0,-2-5-137,-3-11 1,-4-3 113,-6-3 1,-2-1 84,-3 9 0,-1-2-104,1-13 0,-1-2 45,-1 4 0,0-1-3,1 3 1,-2 2-32,0 5 0,-1 4 124,1-10 7,-4 29-170,1 4-95,-2 15 56,0 21 40,0 5-1,0 15-11,-2 20-17,-1-6 0,0 5-549,-1 2 0,-1 4 469,2-11 0,-1 3 0,1-2-136,0 16 1,0-4 64,1-12 0,0 0-314,4 5 1,4-2 29,0-16 1,4-2-851,10 9 0,5-5 294,0-13 0,3-5 417,8-6 0,2-7 652,-3-11 1,-2-5 370,20-10 567,-20-5 1,-3-3 345,2-14-693,-11 13 0,-4-1 491,-2-10-331,-10 13-526,-5 13 252,-6 6-438,4 5 1361,-2 1-543,4 1-254,4-4-614,-2-1-16,11-19-29,-5 6 3,4-9 1,2-4-9,6-22-422,-5 11 1,1-3 435,-3 2 0,0-2 14,-1-3 0,0-1-20,-2 0 1,-1 1 19,-2 2 0,-2 2-9,-1 5 1,-1 4 3,-1-13 10,-5 12-55,2 25-57,-3 1-21,2 14 83,-4 16 28,-1 5-1275,-1 16 1,0 3 1269,-2 12-4,3-11 1,1 6-492,3-4 1,1 4 0,2-3 281,2 6 0,3 2-291,-2 3 0,2 4 0,3-5-309,8 0 0,4-6-495,4-4 0,2-5 445,-5-11 0,4-6-1694,17-2 0,3-11 1861,-13-11 1,0-5 706,14-3 0,-1-6 269,-12-9 0,-3-4 543,-3-3 0,-3-3 356,-4-1 0,-2-1 58,-4 3 0,-2-1 1479,0-25-2167,-10 23 2863,-18 3-3205,4 23 1560,-10 0-1689,11 6 1051,-1 7-1124,4 3 445,4 3-445,5 14-11,10-6 23,11 9 16,12-12 0,7-8 68,-1-11 38,-2-13 1,-3-23-113,-14 7 57,-3-22 16,-16 20 18,-8-4-63,-10 11-38,-2 12 21,-25 9-49,7 17 27,-20 17-31,27 5 1,4 3 0,6-9 0,3 2-270,-3 17 0,8 2 121,12-13 0,6-1-1292,6 8 1,4 0 106,1-9 1,2-3 1341,9 1 0,-1-6 0,-4-6 0,0-2 0</inkml:trace>
  <inkml:trace contextRef="#ctx0" brushRef="#br0" timeOffset="141785">23816 10196 14846,'1'-5'5322,"0"1"-1503,-1 4-3505,11-49-236,-8 37-38,8-37-24,-11 54 130,-7 23-62,-4 10-59,1-7 0,0 0-19,-6 16 11,0 7-17,10-16-11,8 10 11,9-16 67,12-8 28,9-20 90,16-24 0,-7-5-79,-2-9 91,-14-1 10,-14 11 6,-2-2-129,-6 11 11,-3 7-73,-3 8-11,-7 11-11,3-2-28,-4 22 34,10-14 11,9 16-23,19-7 1,11-3-29,18-3 45,-1-15-5,-10-7 39,-1-12 27,-18-7 24,3-21-24,-13 1-38,-5-1 78,-9-9-78,-3 26-6,-4-19 33,-2 21-78,-2 6-72,3 5-62,3 12-197,2 13-419,3 7 55,2 6-1606,11 9-1727,10-4-2737,13 3 3040,-3-9 1737,13-6 2005,1-15 0,-9-3 7920,8-16-3512,-31-3-2979,1-4 1259,-12-9-1635,-5 10-633,-2-5 610,-7 3-531,-2 12-202,-2-3-129,2 9-145,4 3 5,-7 11-23,0 9 1,-5 4-6,-12 27-6,8-9 3,7-12 1,2 1-4,-1 14-5,7-6 39,14-8 5,11-10-21,2-9 10,30-10-22,-9-10 0,18-4 22,-17-3 85,-12 3 38,-13 2-72,-9 4 45,-6-2 78,-4-3-129,0 4 140,-2-7-84,1 11-11,1-2-56,1 6 247,1 1-236,-1-4-39,1 0-22,0-2-18,0-6 18,0 8 39,0-8-12,0 9-10,0-1-12,0 3 11,0 0-10,0-2-35,0-1 23,0-2 11,1-1 6,-1 2 0,1 0-11,0 4 5,-1 0-22,0 0 5,0-1 40,0 0-34,0 0 11,0 1 17,0-1-23,0 0-21,0 0 10,0 0-22,0 1 0,0 11 28,0 1-17,0 11 17,3 11-5,-1-8 21,4 9-16,1-12 0,1-3-11,8 0 28,6-10-17,4-2-6,18-14 1,4-6 7,-17 3 1,0-3 31,25-14-12,-12-3 6,-16-2-16,-13 7 32,-10-12-38,-11 14 28,-5-8-29,-3 14 29,-11-2-34,7 9 0,-7-3 22,5 5-16,2 3 16,-3 0-16,7 3-23,-3-1 39,11 3-38,1-1 16,4 1 5,1-1-16,5-1 11,5 0 28,8 0-28,3 1 6,2 0 5,-5 1-22,18 0 16,-1 0-16,21 1-6,-1 1 28,-5 1-5,-14 3 11,-16 4-45,-31 25 33,0-11-5,-15 17 6,8-13 11,5-1-28,2 6-6,8-6 34,9-4-12,7-7 12,7-5-6,7-7 6,4-9 67,1-9-22,-2-13-23,-10 1 73,0-22-17,-11 17 56,0-10-28,-6 19-26,-3 8-97,0 4 0,0 2 0,0 3 0,0 2 0,-1 2 0,-1 4 0,-2 6 0,-1 10 0,1 13 0,2 7-97,10 3-339,12 0-864,21-6-2173,-12-20 1,3-2 3472,0-3 0,-1-2 0,13 1 0,-18-6 0</inkml:trace>
  <inkml:trace contextRef="#ctx0" brushRef="#br0" timeOffset="143465">6395 13039 11103,'-54'9'1999,"-1"-1"1,0 1 0,-8 0-1,5-1-789,5 0 0,6-1-673,8-4 444,37-3-902,4 0 100,34-4-118,23-1-504,-7 0 1,5 0 447,-9 2 1,3-1-4,8 0 0,6 0 0,-3 0-8,-16 0 1,-3 0-1,3 0-96,0-1 1,4 1 0,-1-1 0,-4-1 105,2-1 0,-3 0 0,-2-1-2,12-3 1,-4-2 14,-16 5 0,-3-3 168,13-16-78,-43 1-57,-22-14-19,-3 17 0,-6 3 526,-6-4 1,-2 2-430,-1 1 1,1 2 81,5 3 0,2 1 1948,-12-2-2158,23 10-11,15 5-1,29 9 18,-2-1 8,17 8 0,4 1-20,5 2-456,1 2 0,2 2 431,-17-4 1,-3 0-77,8 7 1,-3 3-324,-7 2 0,-6 4-430,-7 4 0,-10 3 860,-15 10 0,-5-2 0,1 7 0,-20-3 0</inkml:trace>
  <inkml:trace contextRef="#ctx0" brushRef="#br0" timeOffset="145923">9545 12686 17675,'0'-8'2257,"-1"-28"1,-2-5-1485,-6 6-460,2-10 1,-4 2 195,-13 14-341,2 13-5660,-32 14 5492,26 9-14,-3 3 0,0 6 509,-8 31-517,21-21 0,2 2-6,2 6 0,3 0-6,3 11 926,17 5-953,8-18 5,26 6 33,1-19 3071,0-5-2970,-6-15 1153,-19-5-1024,-2-4 17,-10-3-84,-12-1-89,-10 3-18,-14 5-44,-28 23-6,13-2 14,9 5 1,0 4-35,11-1 1,3 0 8,-15 17 5,20-8 1,6-1 11,8-5-12,9 20 7,9-24-7,13 4-128,12-9-101,-4-6-1025,19-6-3639,-21-7 1,1-2 4129,-3 1 0,-1-1 1,24-4-1,-33 2 1</inkml:trace>
  <inkml:trace contextRef="#ctx0" brushRef="#br0" timeOffset="146474">9878 12959 23618,'-39'36'330,"9"-4"-207,29-8 34,7-3 269,15-4-269,1-8 55,23-3-100,0-14 0,13-7 96,-3-11 33,-9-7-6,-13-7-1816,-22 7 0,-3-1 1609,2-15 33,-7 10 1,-4 0 119,-8-7 54,-6-5-2213,-13 16 2057,10 17 55,-4 8-117,16 9 2050,2 0-2078,16 10 37,-1-2-9,27 11-22,8-8 2,-13-5 0,3-2 1438,11-3 1,0-4-1434,-7 0 1,0-2 14,3-3 0,-2-2 28,10-10-17,-20 4 17,-5-11-29,-18 13 80,3-11 100,-8 13-68,-2 2-32,-1 4-68,0 6 532,0 1-627,0 4 16,0 18 46,1-2-6,0 16-6,1 3-67,3 21-28,-1-10-838,4-7 1,4-1 949,15 10 0,-7-5 0,1-20 0</inkml:trace>
  <inkml:trace contextRef="#ctx0" brushRef="#br0" timeOffset="147856">10904 12845 24290,'-56'-12'364,"18"20"-291,47 7 106,20 19-6,10-17-100,3 0 8,-1-9 1,2-4-15,20-1-295,-20-4 1,0-3 479,12-8 189,-18-9-189,-16-8-106,-13-6 10,-21-19-94,2 17 44,-19-17 51,6 24 11,-3-3-89,8 13 61,5 7 389,10 9-568,1 1-118,2 3 135,17 5 27,-2-1 46,45 8-62,-5-7-299,-13-2 0,2-1 310,-5-4 0,-1-3 11,7-4 1,-1-3 2,-10 1 0,-1-2-9,24-13 34,-22 0 29,-19 10 38,-2-3 135,-8 7-163,-4 6-16,-2 3 50,-1 3 518,1 0-680,-3 4 16,-1 8 29,0 4-57,-3 28 40,4-15-60,2 7 1,3 2-171,9 13-1682,-1-14 0,2 0 1621,11 9-359,17 1-437,17-21 944,-26-16 0,1-3 120,7-5 0,0-7 115,-4-8 0,-4-4 37,11-11 139,-2-21 7,-23 10 39,1-9 66,-6 4 29,-5 11-68,-9 14 3042,-6 10-3328,-10 14 403,-6 11-431,-3 14 7,4 10-35,9 6 12,9-9-39,24 13 27,10-21 14,-4-8 1,3-4-14,32-1 28,4-11-352,-3-16 386,-11-10-12,-18-4 95,-11-29-56,-22 9-39,-3 12 0,-5 1 34,-26-16-12,-15 11-47,21 24 0,-2 4-9,-30-2-89,13 8-56,16 7-141,19 6-363,13 10-140,13 8-1210,15 3 554,2-7-2165,4-11 1,4-2-4528,20-3 7955,-13-6 0,-1-4 188,-8-3 0,-3-5 0,24-17 7284,-15-14-5016,-20 12 611,-9-11-1266,-9 17-1002,0 1 862,0 0-874,-1 12-347,1 0 3163,-1 8-3415,8 9 5,12 10-13,2 6 0,2 2 13,14 15-415,-6-5 0,-1 1 384,-10-9 1,-1 1-26,6 5 1,-2 2-231,-5 0 0,-4-1 241,-6-2 1,-4-1 34,-7 14 54,-40-4 23,1-33 68,-18-14 45,20-26-39,15-21-79,22-10 153,9 28 0,6 0-231,6 0 0,5 2-28,5 1 0,5 4-239,3 2 1,2 5-1110,4 3 0,1 4 1387,7 3 0,-3 3 0,8 0 0,-7 6 0</inkml:trace>
  <inkml:trace contextRef="#ctx0" brushRef="#br0" timeOffset="149932">14482 12868 20168,'5'-51'845,"-1"1"1,0-1 0,1 0-1,0 1 1,2 1-563,1 3 1,0 2 0,1 2-462,1-8 0,0 2 567,1-3 0,0 5-81,-3 10 11,2-5-409,-9 37 170,-1 18-41,-1 22-33,0-6 0,-2 4-691,0 12 1,-1 3 700,-3 9 1,-1 3-28,2-16 0,0 0 0,0 2-859,-1 8 1,1 3 0,1-5 880,-2 3 0,2-2-17,3 12 1,6-8-41,11-12 40,10-4 6,3-25 0,14-34 0,-13-1 483,-3-8 1,-1-4-490,-4 3 1,-1-2 1425,6-7 0,0-3-1401,0 1 1,0 1-1585,3 0 0,-2 3 1576,7-7-11,4 9-17,-22 27 0,7 10 12,1 9-57,14 25-5,-10-10 50,-6-4 0,0 0-61,18 19 27,-5-9-19,-11-12 0,2-3-98,12-1 28,19-3 118,-17-12 39,11-18 383,-25-9-394,3-13 111,-10-12-44,-9 15 62,-5-9-12,-8 24-62,-3 2-33,-8 10-28,-20 22 0,9-3-16,-16 21-52,22-8 3421,2 9-3370,12-2-16,12-3 22,9-5 5,17-8 23,-1-14 0,1-7 50,-4-16 56,-9-17-3420,-4-3 3370,-5-1 49,-10 2 46,-1 11 40,0-2-40,-1 10-101,0 10-78,1 7 3304,0 3-3371,0 6 82,2 9-116,10 22-135,5 2-251,11 10-387,2-10 319,-5-9-571,7-3 482,-2-14-2849,19-14 3566,-15-5 167,9-21 146,-22 0 415,3-12 118,-7 3-628,-5 8 218,-6 9-324,-4 13 3408,0 2-3593,-2 4-11,1 5 10,6 15 12,1 8-5,8 24-12,-3-9-5,2 9 16,-8-27 34,2-4 118,-2-25-113,0-4 23,6-21 67,1-3 17,5-10 68,3-2-141,-5 16-56,-3 7-28,-7 15-16,6 9 10,-3 3-139,17 13-337,8 16-44,4 4 134,-1 1-653,-10-17 1,2-2-1359,23 3 791,-10-9 1,2-2 1040,-1-7 0,0-4 557,3-6 1,-1-2 186,-10 0 1,-1-2 1016,11-10 1,-2-6 114,-17 4 1,-2-2-721,5-4 1,-4-1-144,0-14 517,-20-6-713,-10 23 90,-15-15-128,-15 26-79,-24 6-442,21 13 1,0 3 331,5 0 1,0 2 8,-8 10 1,2 5-150,9-1 1,3 2 139,-6 8 1,3 3-6,5 6 1,7 0-7,7-10 1,7-1-23,22 25 48,33-35-3,-14-18 0,2-4-1350,6-6 0,-1-4 1344,-8 3 1,0-5 26,2-11 0,1-6 1,-6 1 299,-9 5 1,-2-2-305,7-12 1,2-5 0,-7 2-18,-12 9 0,-3-2 3,7-24 0,0-8-2,-7 14 0,0-2 0,-1 2-125,-1 8 1,0 1-1,1-3 132,1-6 1,1-7-1,0 2 1,0 6-637,2-6 0,0 4 681,2-11 0,1 1 118,-5 20 0,0 6 2019,-4 9-2176,1-2 368,-7 26-457,-7 27 72,-9 29-6,-1-4 1,-2 4-289,2-5 0,-3 3 287,0-3 0,-2 3 0,0 1-10,2 0 0,0 1 1,2 0-7,1-1 1,1 0 0,2 0 1,3 2 1,2 1 0,6-5-340,12 2 1,5-6 348,0-12 0,4-3-42,11 0 0,5-5-130,9-7 1,3-5 159,2-1 1,4-4 11,-6-10 0,4-4 0,-5-2-760,-2-2 0,-3-4 763,6-8 0,-3-4 16,-11-3 1,-3-4 241,5-16 0,-1-6-236,-2 2 0,-2-3 3,-11 12 0,-2-1 0,-4 1 14,-1-6 0,-7 2 42,-8-8 0,-5 4-31,4 17 1,-3 2-10,-3-3 1,-2 6-22,3 12-18,3 11 2161,2 12-2166,-8 32 6,3-2-12,2 2 0,0 9 1,1-3-1010,3-2 1,1-1 1011,-4 20 0,3-2 0,3-24 1,2-3 1558,5 27-1556,7-3 3,-6-25 0,4 0 204,3-2 1,4-4-208,29 13-16,5-12 38,4-16-16,-14-9-1,-14-3 12,-4-4-17,-18 1 11,1-1 6,-7 3 3235,-1 0-3868,-1 1 462,0 4-2456,0 2 2610,5 4 0,-3-4 0,3-1 0</inkml:trace>
  <inkml:trace contextRef="#ctx0" brushRef="#br0" timeOffset="150074">18452 12873 15042,'-5'0'-583,"1"0"1,4 0 0,0 0 0</inkml:trace>
  <inkml:trace contextRef="#ctx0" brushRef="#br0" timeOffset="150608">17939 12659 24895,'22'-59'418,"0"-1"0,-3 3 1,-2 4-327,-9 20 0,-2 3-24,3-23 4,-3 12 1,-1 0 62,1-11-37,-2 17 0,-1 2 103,0-2-122,-3 18 49,0 10-116,0 6-52,-2 2 24,-7 12 44,-11 17-23,-14 23-5,10-16 0,1 1-118,2-5 0,1 2 106,2 4 1,-1 3 0,4 0-42,3 3 0,3 1-101,0-2 1,1 2 0,5-2-665,8 9 0,7-3-3156,4-2 0,5-2 3974,2-8 0,0-5 0,10 9 0,-13-22 0</inkml:trace>
  <inkml:trace contextRef="#ctx0" brushRef="#br0" timeOffset="151015">18424 12910 20526,'-1'-9'1910,"1"-25"0,2-7-1199,7 0-403,-4-4 1,1-1 172,10 7-223,-6 15-208,-4 12-27,-4 8-46,-1 17 34,-1 11-11,0 22-128,0 11-404,0 6-408,1-31 0,2 0-2628,7 26-1120,3-17 3872,6-10 1,-11-22 0,0-2 0</inkml:trace>
  <inkml:trace contextRef="#ctx0" brushRef="#br0" timeOffset="151199">18691 12570 20604,'-2'-49'1254,"1"-1"1,-1 8 0,0 6-975,-4 10-409,2 14-78,1 14 45,2 13-236,1 18 29,0 2-883,3 5 0,1 2-731,2 7 1304,2 5 1,1-2 0,-3-21 0,1 16-1</inkml:trace>
  <inkml:trace contextRef="#ctx0" brushRef="#br0" timeOffset="151899">18817 12868 18330,'1'-8'2778,"5"-23"1,1-4-1710,0 6-708,1-7 1,-1 1 8,-3 19-359,-1 8-95,-3 12 62,2 14 27,2 16-5,4 15 11,1 9-5,-4-21 0,0-1 5,1 11-6,0 7 23,-5-36 68,2-3-7,1-17-66,1-6 77,12-33-49,-4 12 108,5-9 1,1-1-31,2 4 39,2 1 0,2 0-23,7 3-145,0 1-5,-2 16-12,-8 17-22,11 9-45,5 11-107,2 9-346,3 15-88,-23-22 0,0 0-1773,12 18 1608,-4-7-885,-1-15 337,22-6 1293,-8-2 216,-2-13 0,-1-5 395,4-9-236,9-4 399,-16-9 16,-14 2-2455,3-15 2046,-12 13 303,-14-13-555,-10 28 1155,-28-5-1183,-11 21-45,15 2 0,0 2 2,-1 5 0,2 2-11,4 3 1,4 2-3,-10 12 3381,14 9-3426,18-1 45,5-11 23,15 3 10,22-26 110,-3-9 0,2-3 22,-3-3 0,-1-2-73,3-2 1,-3-3 260,9-22 151,-15 6-252,-4 6-174,-10 9-22,-10 14-95,-2 8 34,0 29-7,0 21 20,2-8 1,-1 2-348,0-8 1,0 2 332,2 17 1,-1 3-740,-1-9 0,0 2 681,0-10 1,-1 3-1,1 0-347,-2 9 1,-1 1-1,-1-2-556,-2-11 0,-2-1 0,0-1-1534,-3 20 0,-5-5 2501,-6-18 0,-2-9 0,3-8 0,-3-2 0</inkml:trace>
  <inkml:trace contextRef="#ctx0" brushRef="#br0" timeOffset="152983">20995 12953 23147,'-7'-47'640,"1"1"1,0 6-1,1 8-118,4 16-517,0 12-50,1 1-27,0 10 88,2 13 29,1 19-17,-1 21-280,-3-5 271,-6-9 1,-3 1-552,-11 12 535,9-23 0,-1-2 47,-13 13 168,16-31 57,-2 0-130,10-26 166,1-13-271,0-19 27,7-15-46,-2 22 1,1-1 14,3-4 1,1 0 16,1 0 0,1 0 8,1 3 1,0 2 0,6-14 55,7 2-89,-8 27-28,11-5-5,3 16-1,8 8-55,7 12 5,1 15 28,-2 18 14,-25-16 0,-4 2 293,-2 2 1,-4 2-292,-4 5 1,-3-1 17,-3 12 0,-9 4 5,1-37 34,0-3 11,4-8-17,5-12-22,5-10-12,3-4 51,19-35-45,-9 23 3,4-1 0,0 2 9,-1 8-12,4-3 0,-12 20-11,-1 7-5,24 10 5,-7-2-17,27 12 17,-16-6 0,-2-1 0,3-1 56,-25-8 45,4-3-17,-12-11-6,0-7 6,2-8-11,1 0 22,-2 4 23,-2 6-40,-3 7-44,-3 4-51,-1 2-28,0 4 39,4 6 12,6 8-17,6 8-17,4 7 22,1 3-16,0-4-6,-2-4 11,-1-7-5,-5-8-51,3-4 28,-6-4-95,1 0-302,-6-3-706,-2 0-2695,1-2 3843,0-1 0,-1 1 0,-1-1 0</inkml:trace>
  <inkml:trace contextRef="#ctx0" brushRef="#br0" timeOffset="153242">21903 12532 23864,'-1'-5'1580,"0"1"-1849,1 4-773,-3-32 51,3 27 991,4-2 0,-2 15 0,5 16 0</inkml:trace>
  <inkml:trace contextRef="#ctx0" brushRef="#br0" timeOffset="153741">22646 12930 24766,'-27'-33'263,"-1"-1"1,1 1-1,-12-13 1,1 10-35,-15 14-137,14 11 15,-11 22-97,27 2 1,-15 15 12,3 19-68,9-3-240,9-12 1,1 0 284,3 6 3,15 5 31,14-22 22,13 3 11,13-16 17,8-15 11,6-14-45,-26 2 1,-2-2-1,18-18 6,-7-6 106,-16-2 1,-3-5-367,-6 10 1,0-1 253,-1-1 0,1-3 1,-2 2 47,-2-1 0,-3 3 17,-2 6 0,0 4 75,-2-13-44,-5 20-107,0 15-151,-1 7 39,0 11 73,-1 14-39,-2 26-3,3-11 0,1 3-195,0 12 0,0 3-93,1 8 0,0 1-61,0-19 1,0 1 0,2 0-1628,3 6 0,2 0 1,0-4 1162,-1 3 1,2-4-2224,12 9 0,3-7 2584,9-9 1,-4-7 0,-11-18 0</inkml:trace>
  <inkml:trace contextRef="#ctx0" brushRef="#br0" timeOffset="154198">23013 13236 22193,'25'-40'865,"0"1"1,0 0-1,5-12 1,-6 5-633,-13-3 142,-22 6-65,-10 11-47,-15-7-45,-6 8-3412,-6 5 3238,16 13 8,1 4-52,12 18 0,-9 12 0,6 5 0,1 4-6,3 0 1,2 0-1,-1 2 1,2 1-1,4 27 3387,20-20-3379,12-14 1,6-4 31,24 2-471,-18-13 1,2-5 447,26-18 0,-25-2-156,-9-2 0,0-4 162,11-25 2,-16 11 1,-1-5-7,-6 0 0,-1-4 1,-1 0-13,-2 1 1,-2 0 0,0 0-245,1-1 1,-2 0 0,0-1 242,-1 0 0,0 0 0,-1 2 25,1-8 1,0 0-1,1-9 0,0 0 14,-1 10 0,-1 1 53,-2 7 1,-1 3-59,1-5 5,-3 13 697,-1 25-787,-3 11 349,-3 19-309,-8 30 5,4-13 0,-1 5-345,-2 14 1,-1 2 302,2-9 1,0 3-159,1 2 1,0 6 0,2-7 37,2-12 0,2 1-1252,4-1 1,0 7-1,3 1 1,5-9-2090,12 2 0,4-5 3509,0 15 0,1-6 0,17-10 0,-23-29 0</inkml:trace>
  <inkml:trace contextRef="#ctx0" brushRef="#br0" timeOffset="155224">23630 13063 26506,'-32'-47'265,"-1"1"0,1 6 0,12 9-175,22 19-22,-1 9 38,-1 3-59,1-1-8,-1 0 7,3-4 5,0 0-3,1-2-37,-1 0 0,-1 3-5,-1 1 16,2-3-22,-1 3-5,2-4 10,-3 6 57,0-1-6,1-4-56,2-2-6,6-11 6,-1 2 12,7-16-18,-5 7 28,11-26-55,0-3 24,-6 11 1,0-3-748,-2 8 1,-1 0 766,0-5 0,0 3 23,1-10-1,-3 10-27,-6 18 28,-1 7-68,-3 13-5,-3 4 16,-6 13 23,-10 15 0,-1 6 8,1-3 1,-1 4-328,1 1 0,0 3 319,1 2 0,0 4 0,1 0 67,-3 14 0,2 1-129,7-14 1,0 1-1,3-4-22,2-2 0,5-1-470,8 12 0,6-3-57,5-3-968,12-4 1,7-5-506,19-14 1574,-22-8 1,2-5-419,0-9 1,0-6 417,-1-6 1,-1-3 920,-3 0 1,0-3 378,-1-4 0,-5-4 1635,-4-27-1707,-16 16 1202,-14-13-850,-6 21-241,-2-1 973,0 7-1410,5 7 262,4 6-502,4 5-141,1 2-34,2 1 35,-1 4-24,7 5 63,7 3-18,15-1-27,6-8 11,-3-9 50,14-24-22,-16-3-23,6-8 40,-10-17-29,-16 30 113,-4-27-118,-9 40 11,-8-6-33,-3 19-6,-7 6 5,-5 15-3397,-2 17 3392,5 2 12,2 21-317,17-24 0,1 0 305,-1 22-42,11-11 0,3-3-120,3-8-1463,8 1 1,4-2 1624,4-6 0,4 2 0,-17-20 0</inkml:trace>
  <inkml:trace contextRef="#ctx0" brushRef="#br0" timeOffset="157559">24736 12769 23388,'4'-41'569,"0"0"1,-1 1-1,-3 13-586,-2 24-111,-3 2-35,-3 11 214,-15 35-46,4-5-527,1 2 1,0 1 532,2 5-8,3-1 0,2 2-20,3 11 20,4-20 0,3 0-2868,14 9 2881,-3-22 102,14-10 33,0-25-84,14-15-5,8-21-31,-20 15 0,-1-2-253,-1-4 0,0-1 258,-2 1 1,0-1-1,-4 4 1,0 2 555,7-15-519,-10 20 3039,-9 15-3129,-7 11 1,-5 9 16,-9 18 810,4-5-838,-3 20 22,13-14 17,9 9 0,11-4-5,15-7 5,10-11 51,17-17-12,-9-14-22,-5-6 51,-12-17-35,-18 11 48,-2-2 1,-2-2 75,-1-12 11,2-15-33,-10 22-34,-2 12-62,-2 12-128,0 8-219,-1 7 174,1 3-448,-1 14-1345,7 11-2996,11 12 4912,6-2 0,-3-15 0,-6-12 0</inkml:trace>
  <inkml:trace contextRef="#ctx0" brushRef="#br0" timeOffset="158317">25950 12840 21560,'-16'-57'995,"1"0"0,2 9 0,-2 8-608,-13 14 158,10 17-433,-3 5 82,0 8-171,-11 11-7,3 4-16,0 9 0,0 3 76,3 1-79,1 1 0,4 2 3,11 2 6,7 8 223,12-6-190,22-9-27,-5-14 44,22-12 30,-19-17 1,-1-3-8,12-5 24,-11-1 1,-3-3 114,-9-2-11,-1-6-89,-9 11 44,-5 4-33,-2 11-73,-3 1-73,1 5 6,-10 12 6,3 0 5,-12 20-17,6 2 17,2 11-17,20 11 6,14-13 11,7-4 5,19-17 12,7-13 0,1-12-6,-19-8 0,-4-5 1,2-13-1,-12 2 0,-3-2 11,-3-4 0,-2-1 1,0 1-12,-1 0 37,-1 2 0,-1 2-4,0 6-32,0-3-7,-6 18-33,-3 6 11,1 3-5,2 8-12,11 21 12,4 7 22,4 6 6,5 1-1,9-7 18,6-6-26,-8-16 0,1-5 25,22-10 3,-17-10 1,-3-3-345,6-12 355,-17 1 0,-2-4-5,-8-1 0,-3-1 2,0 1 1,-2 1 44,-1-3 1,-3 4-6,-2 0 50,-6 13-50,-4 11-79,1 1-22,-10 15 17,1 6-6,-3 7-134,5 27-174,21-5-67,0-11 0,6-1-833,6-2 0,6-2 1225,8 3 0,-1-3 0,7 4 0,-3-5 0</inkml:trace>
  <inkml:trace contextRef="#ctx0" brushRef="#br0" timeOffset="159848">6005 15491 19669,'-40'5'336,"-1"1"0,1-2 0,16 0-325,34 0 387,19-1-213,10 0-959,0-5 1,10-2 0,0-1 827,-2-1 0,1-1 1,1-1-41,8-1 1,3 0 0,4-2 3,-13 2 0,3-3 0,1 0 0,-1 0 0,-3 1-5,10-3 0,-3 0 0,3-1-5,-1 0 1,4-1-1,-1 1 1,-6 0 11,-5 1 1,-4 0-1,-3 1 190,4-2 1,-6 1 1109,3-5-928,-37 4-291,-33-2-17,-29-7-23,-4 3-172,3 2 0,-3 1 475,21 5 0,1 1-36,-12-5 0,2 2 1755,6-1-1948,20 8-298,15 6 186,33 14-12,13 5-6,-3 0 1,2 1-136,-9-5 1,1 2 92,16 14 1,-2 4 13,-20-5 1,-2 3-23,7 3 0,-6 6-542,-18 1 1,-9 5 0,-3-4-265,-2-4 0,-3-1 851,-4 7 0,-2 4 0,1-10 0,-6 2 0,-1-2 0</inkml:trace>
  <inkml:trace contextRef="#ctx0" brushRef="#br0" timeOffset="160258">8576 15202 23230,'45'-25'12,"0"1"1,1-1-1,-1 0 1,0 0 0,11-4-1,0 1 1,-1 1 0,-1 3-929,5 4 0,-1 3 0,-1 2 763,-3 0 0,0 1 0,-2 2-443,-7 2 0,-1 2 1,-2 0-2962,9 1 0,-6 2 3018,16 3 1,-31 2 0,-19 3 0</inkml:trace>
  <inkml:trace contextRef="#ctx0" brushRef="#br0" timeOffset="160466">9159 14972 24855,'-28'28'35,"1"0"1,-2 5 0,2 4-45,1 13 1,2 3-1794,1 2 0,2-1 1760,4-11 0,4 1-610,7 1 1,3 4 0,3-7 349,7 18-4614,11 0 1,6-5 3267,0-28 0,9 4 0,-25-27 1</inkml:trace>
  <inkml:trace contextRef="#ctx0" brushRef="#br0" timeOffset="161032">9603 15283 16012,'10'-60'2427,"1"0"0,-2 7 0,-1 5-1357,0-12-102,-4 21-810,-3 21-46,1 8-151,-2 11 27,5 8 63,6 12-6,5 20-6,-1 18-548,-9-24 1,-3 3 522,-5 4 0,-3 0 8,-3 2 0,-2 0-87,-3-2 0,0-2 70,1-4 1,1-2-12,-3 13 12,8-20 50,4-17 17,12-16 0,24-23-34,-5 3 3,0 1 0,0-1 1078,10-9-1059,5-4-44,-10 11-45,-11 16 39,-11 13 157,0 20-162,-1 12 5,5 13-28,2 2 45,11-4-22,-6-19 16,18-8 34,-5-22-3347,22-18 3353,-17 1 10,-14 2 1,-3-2 118,1-9 117,1-5 22,-10 7-50,-8 10-95,-6 9-107,-2 5 3342,0 4-3532,0 0 11,0 6 68,1 4 44,2 11-28,5 6-22,5 6-140,4 1-34,-1-6-1551,12 5-1945,-5-13 3709,6 2 0,-14-13 0,-6-5 0</inkml:trace>
  <inkml:trace contextRef="#ctx0" brushRef="#br0" timeOffset="161174">10453 15055 22268,'-5'-9'-3161,"-2"-4"0,15 25 0</inkml:trace>
  <inkml:trace contextRef="#ctx0" brushRef="#br0" timeOffset="161506">10637 15252 25147,'4'-41'390,"0"0"0,-2 2 1,2 8-5968,3 20 5566,-1 3 1398,18 11-1404,4 14 6,9 4-29,9 23-4,-8 1 244,-14-15 1,-2 3-257,-1-1 0,-2 2-28,-2 4 0,-3-2 67,3 10 45,-13 0 95,-26-36-44,-4-14 10,-13-19-5,10-16-45,7-6-27,11 8-80,11-7-727,25-1-986,10 2 264,-5 19 0,2 3 1517,21-4 0,-17 12 0,-16 6 0</inkml:trace>
  <inkml:trace contextRef="#ctx0" brushRef="#br0" timeOffset="162683">11666 15195 19025,'29'-39'240,"1"0"1,-1 2 0,-13 10 1899,-25 23-2061,2 0 951,0 2-924,3 0 384,0 0-445,1 0 1375,-1-1-1409,0 1-22,-4-2 17,-2 1-12,-3 1 0,-1 0 12,4 2-6,4 0-17,3 0 12,2 0-74,-1 0 79,-1 0 17,-3 0-11,0 1 16,1 1-16,1-1 10,-1 1 1,-3-1-39,-2 2 33,-7 4-33,5-2 33,-8 5 11,8-4-11,-2 1-11,4-2 28,4-3-11,5 0 6,0-2-12,-1 1 0,-1 1 0,-3 0 0,0 2 1,-1-1 10,3-2-16,2 0 22,1 0-34,-2 3-22,-6 7 17,-9 10 28,-13 14 8,6-6 0,-1 1-19,-12 14-6,12-13 0,3 0-6,4 4 6,4-3 34,13 3 27,13-17 85,15 1 0,15-18-56,16-15-242,-23 2 1,1-4 181,2-2 1,-1-5 36,5-10 1,-2-2-35,-13 10 1,-2-2-451,7-17 1,-5-4 458,-9 8 0,-3-3-33,-1 5 0,0-3 1,1-1 8,0-4 1,0 0 0,0 1 0,3-12 1,1 1 80,0 8 1,0-2 0,-1 7 75,-3 10 1,-1 3-71,4-9 1,-2 7-73,-7 16-51,-7 19 17,-2 6 33,-6 40-33,1-20 0,-1 4-229,-4 20 1,-3 5 217,3-16 0,-1 1 0,0-1-26,-4 13 1,0 1-250,3-12 1,-1 3-1,0 1 1,3-3-1117,3-1 1,1-3-1,1 3 1402,-3 10 0,0 3 0,3-7 0,4-10 0,2-6 0,4 5 0</inkml:trace>
  <inkml:trace contextRef="#ctx0" brushRef="#br0" timeOffset="163379">13573 15433 23187,'5'-55'502,"-1"-1"1,1 1-1,1-18 1,-3 31-509,-7 102 15,0-7 1,-1 11-1,0-2-1305,1-11 1,-1-2-1,1 3 1289,0 1 0,-1 4 0,1-1 0,0-6-38,-1 13 0,1-4 65,1-2 1,-1-1-75,1-7 1,-1-2 265,0-9 1,-2-3-157,-3 9 6,-3-25-62,4-19-9,-2-29 1,3-14 13,3 3 1,1-3 173,-3-14 1,2-3-169,5 13 1,2-2-1,2-1 22,3-11 1,2-1 0,0 2-19,-2 9 0,-1 2 0,2-3 2,0 4 1,1-5 0,0-2 0,0 4 0,-2 7-21,2-7 1,-1 1 7,2-7 1,1-6-1,-1 6 3,-2 7 1,2 1-56,1 5 1,3-3-1,-1 4 10,0 0 1,5 4-23,12-7 1,6 8 78,-4 24 1,3 5-58,-2-3 1,3 6-69,4 18 1,3 9-1,-6 1 74,-10-4 1,-2 4-38,9 22 1,3 11 0,-10-5-247,-14-14 1,-6 1 229,3 9 0,-1 5 0,-6-3-17,-10-3 0,-7-2 81,-8 11 1,-8-2 15,1-20 0,-5-2 1,-3-2 5,-6-1 0,-3-3 0,-2-1 3,-3-2 1,-2-3-1,1-1-22,1-2 0,1-3 1,3-1-79,-6 1 0,4-4-1695,7-3 1,9-5-7437,19-7 9226,3 1 0,18-1 0,-3 5 0</inkml:trace>
  <inkml:trace contextRef="#ctx0" brushRef="#br0" timeOffset="164282">14796 14908 23937,'-28'-23'80,"-1"0"0,-1 4 1,-1 10-14,-17 42-48,23-13 1,1 1-17,-1 1 0,2 1 19,-11 24-33,16-9 5,4 8-5,10-5 6,8-12 105,24 1-10,-11-19 313,36-3-257,-29-14 342,31-23-180,-27 1-51,9-16-150,-19 13 66,-6-5 23,-9 12-22,0 0-57,-3 10-156,-1 8-162,0 5 117,-1 10 89,-1 14-10,1-1-35,3 29 29,5-29 0,3 13-6,9-17 17,5-2 17,17 2 5,-4-9 6,5-6 6,-10-10-6,-9-3-3314,12-24 3314,-17 10-89,4-7 1,1-2 155,3-9-39,6-8 45,-7 13 28,-8 15-118,-3 6-39,-4 6-22,-7 9 3284,3 5-3217,7 9-3080,12 25 3074,-4-8-74,-3 3 1,0 3 40,1 8 0,2 9 22,-6-17 5,4-3 1,1-8 22,5 0 0,-5-14 0,9-17-17,6-11 51,17-16-9,-15 0 0,-1-5-385,-4 0 0,-1-4 352,-7 5 1,0-2 0,-2 0 4,3-18 0,-3-2-7,-8 17 1,-2 0 0,0 0 373,-3-1 0,-1 0 0,-1 2-381,1-8 1,-3 0 30,-2-10 0,-4 4-51,-1 5 71,-3 10 0,-1 4-23,0 17-45,-3-1-89,7 25 73,3 6 10,8 32 12,-1-10 0,0 3 188,2 0 0,-1 3-200,3 20 1,-1 3 417,-3-9 0,-2 2-485,-2-3 1,-1 5 0,0-2-691,-2-9 0,-1-2 0,-1 0 623,-1 16 1,1-2-685,0-5 1,2-7-173,6-4-2280,16 17 3282,13-44 0,-12-3 0,1-9 0</inkml:trace>
  <inkml:trace contextRef="#ctx0" brushRef="#br0" timeOffset="164758">15764 14773 17921,'-5'-3'5495,"1"1"-5047,4 2-515,24-17-23,17 11-308,-7-3 1,3 0 352,2 7 0,0 2-6,-2 0 1,-2-1 169,13 0-338,-9 1 146,-26 0 85,0 0 49,-12 1 34,-1 0 700,-3 4-643,0-1-63,-1 6-44,2-1 106,8 16-78,10-2-28,4 6 11,4-9 0,5-4 39,27 7-45,2 0-1600,-20-18 0,-2-4 1690,-6-7 16,17-7 64,-7-21 21,-15 10 16,-4-1 1,-3-2 431,-2-17-325,-4 5-168,-9 4-135,-9 22 3129,-7 16-3179,-10 21-11,-10 25 8,13-13 1,0 4-636,-3 9 1,2 2 564,3-9 0,2 3-552,0 8 0,2 5 0,2-5-417,2-7 1,2 1 1030,2 1 0,0 7 0,0-2 0,3-9 0,0 16 0,3-16 0,0 0 0</inkml:trace>
  <inkml:trace contextRef="#ctx0" brushRef="#br0" timeOffset="165806">18680 14902 22259,'22'-40'237,"-1"0"0,-1 0 0,-6 17 118,-15 29-304,-2 3 33,-13 30 0,-8 14-638,9-14 1,-1 3 553,-1 4 0,2 1 0,2 1 0,1 0-153,4-2 1,1-2 149,3-4 0,1-2 149,1 23-112,2-20 436,0-21-145,-2-22-196,0-8 173,0-26-21,4-11-180,4 12 0,3-2 37,5-6 0,4-1-68,7-1 0,3 1 14,3 2 0,4 2 6,4 2 0,1 5-79,-14 11 0,-1 3-11,5 1 0,-2 4 686,2 7-669,16 5-22,-16 7-40,17 22 50,-30-5-5,10 32-5,-20-7-9,-3-11 0,-2 2-9,-4 20 803,1-7-780,-2-23 0,3-18 28,0-1 39,2-7 40,4-9 61,17-15-101,-4 1 62,19-21-40,-8 9 29,11-12-90,-14 18-11,5 2-23,-22 21-5,11 2-62,-6 8 56,7 7 17,5 18-5,-5 0-46,3 9 35,-9-14 10,5 0 40,8-12 33,2-5 11,9-14 68,-5-14 39,2-15-355,-8 3 383,3-14-6,-8 11 96,3-6-242,-12 18 7,-4 7-85,-10 14-140,0 3 79,-1 7 342,0 12-264,4 10-45,1 10-190,8 13 45,-3-18-1468,16 14 560,-12-33-2857,16 6 3955,-4-19 0,-8-1 0,-2-4 0</inkml:trace>
  <inkml:trace contextRef="#ctx0" brushRef="#br0" timeOffset="165950">20062 14806 22274,'-12'-40'41,"1"0"0,-1 3 0,4 9-1330,8 24-2643,8 13-4358,0 3 7227,5 7 0,-7-11 1,-3-4-1</inkml:trace>
  <inkml:trace contextRef="#ctx0" brushRef="#br0" timeOffset="166825">20625 14967 22839,'0'-6'2436,"0"1"-1808,0 5-409,-25-64-96,-5 43-107,8-13 1,-3 3 34,-37 31-32,22 11 1,0 4-15,0 1 1,0 2-229,-5 8 1,4 3 222,15-4 0,5 1-23,-8 26-16,16-6 11,11-12 22,20 4-5,-2-23 22,12-3 1,5-4 44,20-15-634,-13-2 1,0-2 673,15-17-1353,-18-4 0,-4-3 1375,0-8-15,-6-3 1,-1-2-1211,-6-8 1177,-7 5 1,2-10 0,-2 7-37,-3 13 0,-2 1-52,2-6 0,1-6 1,0 6 235,-1 2 0,-1 6-106,1 0 508,3-12-698,-12 51 33,-1 24 39,0 7-9,-1 8 0,-1 12 0,1-5-10,-1-9 0,0 1 401,-2 17 1,0 7 0,-1-4-599,-1-6 1,0-2-102,1-9 0,1 2 0,0-1-38,-2 5 0,3 0-1421,6 12 1,7-5-362,4-25 1,6-3-1885,9 9 0,6-6 2047,5-16 0,4-8 2784,2-7 1,0-4-550,-1-2 0,-1-4 3789,-5-4 0,-3-3-891,14-10-630,-16-3-137,-14-10 0,-6-5-1882,1-6-447,-2 2 0,-4 0 268,-13 6 1287,-7 6-1511,-25 8-90,6 14 1,-17 6 18,9 18 1,-2 5-39,6-2 0,-1 4 5,-14 8 0,1 5-20,15-1 1,5 2-6,7 1 0,4 1-50,2 30 39,25-5-17,20-11 22,20-13-10,-18-21 1,2-3 46,5-4 0,0-4-430,4-5 1,-2-4 437,-7 2 0,-2-5 59,11-14 0,-4-6-3,-14 4 1,-3-3-4,10-16 0,-2-5 3,-8 0 1,-4-4-33,-6 15 1,-1-2-1,0-2 2,0-2 1,-2-2-1,1 0-688,-2-1 0,1 0 0,-2 1 704,2-8 0,-2 2 171,0-9 0,-2 5-69,-1 6 7,0-6 150,-3 44-335,-1 10 653,0 8-658,-2 27 22,-3 5 0,-2 5-2,-2 12 0,-2 3 921,0 1 0,-2 3-1040,2-12 0,-2 2 0,0-1-825,1-6 1,-1-1-1,1 1-1847,-3 10 0,0 2 1,0-2 2439,3-7 1,0-2-1,2-4 1,-1 2 0,2-5-1,1 3 1</inkml:trace>
  <inkml:trace contextRef="#ctx0" brushRef="#br0" timeOffset="168125">21692 15053 17193,'0'3'4038,"0"0"925,0-3-4722,26-12-95,-8-15-102,3 4 1,1-3-239,-6-8 1,0-2 212,3-9 1,1 0-9,-4 8 0,1-4 11,2-13 1,1-9 0,-2 7-600,-6 13 1,0 0 589,2-13 0,1-8 0,-4 8 32,-6 16 0,-3 4 30,0-7 1,-3 2-54,-1-3-89,-8 21 47,-1 50 1,0 14-988,-3 4 1003,4-4 0,0 9 1,2-3-3,1 9 0,1-2 6,0 1 0,0 3-6,1-3 1,0 3 0,0-3-35,0 0 1,1-1-30,1-4 0,0 2 0,0-3-124,1 3 0,2-3-253,5-3 1,2-4 69,3 9-180,17-10 360,-10-34 56,27-22 302,-8-18 6,-9 4 0,-1-4 3,-4-3 0,-2-2 207,0-2 1,-1-1-197,-2 3 1,-1 1 4,-4 5 1,-1 4 131,2-11-179,-7 19 893,-6 13-1268,-1 7 420,-2 13-185,1-3-2515,13 38 2554,12-24 17,12 12 11,3-30 39,-5-17 29,1-21-96,-13 5 39,1-23-5,-16 16 3414,0-7-3375,-7 8-5,-3 10-74,-4 10-61,-3 8 23,-6 12-6,-9 9 11,-8 15-6,-3 12-16,5 8 10,7 7-32,12 2-274,12 0 117,13-3-37,4-27 0,4-4 47,10 9 1,-2-18 0,4-4-107,21-8 201,-18-6 1,1-3-145,1-4 0,-1-3 270,-2-4 1,-2-4 31,3-9 0,-2-1 11,9-14 8,-17 10 0,-1 0 143,0-6 68,0-4-24,-11 14-60,-7 12-197,-5 10 110,-1 4-194,-3 8 548,-4 7-487,-8 23 7,3-7-18,0 21 40,13-16-28,10 6 0,10-7-12,12-9-5,6-10 45,3-13 11,-2-13 39,-4-11 6,-6-11-6,-6-4-5,-8 0 67,-7 4-112,-5 16-29,-3 5-139,-1 13 22,-3 6 107,-2 11 11,-4 25 16,3-8 7,5 22-74,13-21 51,18 7 11,-3-17 0,22-7 95,3-23-50,-12-1 28,11-21 27,-28-19-66,-6 6-3,-10 9 0,-3-1-20,-5-8 0,-3-3 17,-1 10-101,0 13-582,3 10-270,6 9-699,10 9 387,3 0-3620,14 5 1,3 1 4856,7-1 0,13 7 0,-35-15 0</inkml:trace>
  <inkml:trace contextRef="#ctx0" brushRef="#br0" timeOffset="168914">24048 14773 24033,'-18'-37'196,"1"-1"0,-9 5 0,-1 13-179,0 27-12,-6 8 1,0 2 17,5 5-18,-4 10 1,2 1-17,10-5 341,-11 27-325,35-13 1,0-16 144,18 8-43,2-29 72,11-5-101,-6-6 321,6-9 15,-7-11-179,-5-1-44,-5-4-23,-12 12-107,-4 8-10,-2 5-68,0 5-39,-1 0 22,-15 27 29,9-11-1,-14 29-5,16-6 16,6 0 1,9 4-23,5-17-67,26 3 79,-15-16 10,30 2 74,-2-16-29,-22-5 0,-2-3-10,21-8-7,-14-12 18,-16-5-9,-8 7 0,0-2 2,-1 0 1,0 0 0,9-28 78,-1 7-50,-8 27-56,4-4-17,0 15 11,4 9-22,0 4-6,4 14 17,-11 3 6,-1 22-1,-5 2-5,1 13-5,-2-12 10,3-7 1,3-2-40,8 3 45,-4-8 1,3-3-3376,14-6 3386,-4-11-648,19-16 727,-15-11-28,17-19-57,-30 14 1,-1-2 0,-1-3 0,0-1 5,0-1 1,-2 1 5,8-16 117,1-10-44,-15 25-96,1-10 34,-8 22 6,-3 7-78,-2 10 2984,-4 6-2985,-7 14 993,-1 17-1116,3 21-3,13-21 1,6 2-537,5 6 0,6-1-74,10 2 0,4-3-3675,4 0 1,2-3 3820,-4-8 1,-1-3-1,9 5 1,-20-17-1</inkml:trace>
  <inkml:trace contextRef="#ctx0" brushRef="#br0" timeOffset="169134">25409 14980 26150,'0'0'0</inkml:trace>
  <inkml:trace contextRef="#ctx0" brushRef="#br0" timeOffset="181665">7507 17013 19753,'4'-59'1221,"0"0"0,0 5 0,-9 14-1221,-21 30 11,-13 14-22,-15 14-556,22-3 0,-1 3 569,-4 6 1,2 2-11,6-5 0,0 3-18,-14 20 1,2 3-17,14-14 0,3 1-9,-9 14 1,5-1-9,14-13 1,7-3-60,17 18 474,10-20-362,9-17 1,4-5 38,16-10 28,-13-2 1,-2-2 223,5-10 202,-7-15-118,-22 14-128,-6-9 433,-17 11-657,-9 4-17,-13 6-23,-6 8 23,-14 20-22,18-2-23,-5 25 0,26-5-117,12-4 0,5 2-348,17 18 59,1-20 0,7-4-668,7-12 0,5-5-561,7 0 0,3-4 1680,13-4 0,-3-2 0,-23-2 0,-2-1 0,-1-2 0,0 0 0</inkml:trace>
  <inkml:trace contextRef="#ctx0" brushRef="#br0" timeOffset="181986">8109 17190 14376,'4'-9'7046,"-1"2"-5713,-3 7-739,0 0-504,-57-4-79,19 23-11,-4-9 0,-1 3-12,16 10 1,1 4-81,-8 5 0,-1 0 19,12-9 0,-2 0-90,-12 8 1,-1-2 73,-10 1 279,-3-4 73,18-23-140,19-14 370,14-47-129,11 6-168,-3 16 0,1 1 0,8-5 56,0 14-207,-7 22-6,9 14-89,12 20 24,-7-7 1,3 3-510,5 4 1,4 1 220,5 4 1,2-1-351,4 0 0,1 0-1084,2 0 1,1 0 1592,-14-9 0,0 0 0,-4-3 0,-2-1 0,-3-3 0,21 17 0</inkml:trace>
  <inkml:trace contextRef="#ctx0" brushRef="#br0" timeOffset="182247">6825 18051 20747,'-36'11'829,"1"0"0,-15 6-252,113-13-434,-16-5 0,7-3-1282,-3 0 0,4-1 1,3-1 1167,-8 0 0,2 0 1,2-1-1,0 0-319,6-2 1,1 0 0,2-1 0,-1 0 291,-9 1 0,-1 1 1,2-1-1,-1 0 1,0 0-24,0 0 1,1 0 0,0-1 0,-1 1 0,0 0-33,-2 1 0,0 0 1,-1-1-1,0 1 1,-1 1-213,8-2 0,0 1 1,-2 1-1,-1 0-986,11 0 0,-2 1 1,-4 1 1118,-11 1 0,-2 2 0,-4 0 0,-1 0 0,-6 1 0,1 1 0</inkml:trace>
  <inkml:trace contextRef="#ctx0" brushRef="#br0" timeOffset="183782">11282 17026 23842,'-20'50'20,"0"0"1,3-4-1,7-3 25,22 8 45,14-8 27,14-13-4234,10-12 4212,-9-11 55,17-21 141,-25-9-214,9-20 114,-25 6 94,-8-15 1,-17-10-163,-6 0-67,3 28 0,-2 3 17,-12-5-39,-2 18-18,4 14-49,-29 28 33,19-4 1017,-6 12 1,-1 6-1035,18-11 0,2 1 14,-9 13 1,3 4-88,10 1 1,6 0-65,4-8 0,6-1-101,6 5 0,5-3-87,17 5-101,16-8-613,3-22 1,5-5-214,-3-4 0,1-3 714,10 2 1,3-5-113,-11-9 1,1-5-1,-6 0 653,-9 1 0,0-2 395,10-7 0,4-5 0,-7 0 361,-13 4 1,-3-2 94,9-8 0,-3-1-69,-8-3 991,-11 6-1356,-13 22 652,-2 0-948,-9 14 1974,-6 11-2047,-4 4-37,-4 7 0,-1 4-25,-15 17-105,9-12 1,-2 1 62,5-6 0,-1 0-112,-1 0 0,-2 1-78,-1-1 0,0-2 153,6-5 1,1-3-131,-7 1 1,1-7 371,-1-12 94,-4-17 130,23-29-169,10 13 0,3-2-30,4-4 0,2 0 13,1-1 1,3 2-12,0 4 1,2 4 89,6-12-179,-6 20-51,-3 18-5,3 16 0,12 14-39,1 1-85,2-1 1,3 0-96,4 3-608,8 6 1,4 1-949,-16-15 1,1-1 1757,20 12 0,-2-1 0,-3-3 0,-1-7 0</inkml:trace>
  <inkml:trace contextRef="#ctx0" brushRef="#br0" timeOffset="184307">12762 17368 22963,'-6'-9'2923,"1"3"-2374,5 6-398,0 0-156,-38-48-1,29 43 29,-29-6-7,38 58-24,-1-8 0,0 1-9,-2 20-264,-4-10 0,-2 1 225,-2 6-553,2-15 0,-2 6 0,1-4 278,1-4 1,0-1-208,-6 21 0,0-2 348,1 0 100,-5-6 135,12-41 123,-8-12 17,1-22 39,-5-23-109,10 12 0,2-4-20,2-9 0,0-3-862,2-8 0,2-3 824,2 17 1,0-1 0,1 0 6,1-1 0,0-1 0,0 0-176,2 0 0,1 0 1,0 1 183,0 1 1,2 1 0,0 0 45,6-17 0,3 4-4,2 6 1,2 5 407,1 8 0,2 5-478,0 7 1,1 5 11,26-4-45,-2 15-61,12 24 0,-11 12 22,-5 9-62,-13 16-11,-19-4 28,-3 10 51,-21-3 0,-19-5 1773,-5-15-1782,-10-8 0,-3-4 724,2-4-1088,0-2 0,1-3-3168,13-9 3563,4-3 0,14-2 0,11-1 0</inkml:trace>
  <inkml:trace contextRef="#ctx0" brushRef="#br0" timeOffset="184724">13330 17097 26542,'-7'-44'113,"0"1"1,0 3 0,6 10-131,15 22 6,10 8-28,12 13 28,-1 3-9,-3 8 1,-1 4-88,8 19 9,-13-11 0,-4 3-647,-11-4 0,-7 1 686,-7 1 1,-7-2 18,-6-1 1,-5-4-107,-5-4 1,-2-5 285,-29 5 67,9-22-5,13-22-23,15-15-78,11-16-62,15-7-61,12 0-130,5 24 1,5 2-149,0 5 1,4 4-1300,12-3 0,0 5 1187,-11 7 1,1 3-713,10 2 1,0 1-1022,-9 4 0,1 0 2145,10 2 0,-3 0 0,6 0 0,-12 3 0</inkml:trace>
  <inkml:trace contextRef="#ctx0" brushRef="#br0" timeOffset="185289">14048 17061 25427,'-36'10'67,"10"5"-78,33-4 22,1 0 57,10-4 32,0-6 337,15-16-342,-13 2 68,8-23-90,-19 15 117,1-17-39,-7 11-39,-3-3-33,-18 8-119,-8 11 63,-6 7-6,-13 13 11,8 9-23,-8 8-5,12 8 0,11 15-17,12-13-39,9 18-33,18-18-40,15 8-283,-7-24 1,4-3 355,4-2 0,3-4 14,2-1 0,1-5-33,-1-3 1,0-5 82,-3-2 0,-2-5 37,-3-2 0,-3-4 47,1-10 1,-5-2-20,7-14-330,-13 7 1,-3-3 436,0-21-49,-7 22 1,-1 1 36,2-19 311,-7-4-239,-5 30 562,-2-3-678,-1 21-15,4 7-159,2 3 712,1 6-684,7 10-26,10 17 42,5 0 1,3 2 10,-7-8 1,2 0-292,13 15 0,0 0 246,-11-14 1,-2-1-17,3 5 0,-4 2-185,-8 4 1,-8 0-287,-12-6 1,-5-2-57,-3 1 0,-6-3 583,-23 1 0,0-6 0,10-5 0,-21 4 0</inkml:trace>
  <inkml:trace contextRef="#ctx0" brushRef="#br0" timeOffset="185823">15023 16850 25270,'12'-39'560,"0"1"0,5-24-515,-22 61-50,-1 1 10,-11 1-27,6 1-1,-4 1 23,9 3 0,11 11 12,3-4-12,18 18-12,-2-12 20,9 6 1,4 1-23,-5-4 0,-1-1-813,7 5 1,1 1 804,-1 0 0,-3 0-1547,-13-1 0,-2 0 1412,15 18-279,-34 13-328,-24-34 1,-7-3-49,-19 13-449,3-14 1,-6-8-3656,6-11 1,2-6 4803,4 1 0,1-2 1,4 0-1,6-1 0,9-2 1</inkml:trace>
  <inkml:trace contextRef="#ctx0" brushRef="#br0" timeOffset="185982">15032 16890 21635,'32'-42'1831,"0"0"1,20-24-1787,-52 66 17,-4 13-34,-5 10-45,-9 21-17,-6 15-383,2-6-468,5-6 1,2 3 600,8-10 0,1-1 0,-4-3 0,3-3 1,5 13-1</inkml:trace>
  <inkml:trace contextRef="#ctx0" brushRef="#br0" timeOffset="186174">15933 17050 26144,'-47'-6'-975,"13"-6"1,27 26-1</inkml:trace>
  <inkml:trace contextRef="#ctx0" brushRef="#br0" timeOffset="186532">16088 17099 25993,'11'27'213,"-2"9"-185,-5 17-40,-2 9 4,-2-30 0,-1 0-48,0 0 0,-2 0-247,-7 31 46,-1-16-766,-10-12 1,-7-2-1148,0-11 0,-4-2 2170,-21 10 0,1-4 0,-5-3 0,3-9 0</inkml:trace>
  <inkml:trace contextRef="#ctx0" brushRef="#br0" timeOffset="186791">16367 16628 26782,'-8'-37'266,"0"-1"0,-6-20-272,13 56-386,0 2-505,0 4-3736,0 20-260,3-3 4893,2 18 0,0-25 0,-1 0 0</inkml:trace>
  <inkml:trace contextRef="#ctx0" brushRef="#br0" timeOffset="187149">16964 16803 26362,'-24'-40'82,"0"0"0,0 3 1,1 11-83,5 22-28,-6 9 17,14 1-1,-3 5 12,1 25-5,7-3 27,6 25 1,18-8-1728,-1-22 1,2-1 1681,5 1 1,3-1-9,2 0 0,1-1-155,-1-2 1,-1 0-89,16 19 27,-24-7 102,-20-10-875,-57 2 317,26-21 0,-3-3-361,-16 1 0,-3-5-2188,2-12 1,3-6 1145,15 6 0,4-4 1664,-4-17 0,8 0 0,13 11 0,3-13 0</inkml:trace>
  <inkml:trace contextRef="#ctx0" brushRef="#br0" timeOffset="187307">16807 16762 25662,'3'20'264,"-9"11"-231,-22 23-193,5-12 1,0 1-183,6-13 0,0 1-3265,-7 18 1,4-2 3606,1 6 0,4-8 0,10-21 0</inkml:trace>
  <inkml:trace contextRef="#ctx0" brushRef="#br0" timeOffset="187683">17582 16850 26446,'-36'-13'28,"1"1"0,3 0 0,1 8-33,-12 35-37,20-8 0,1 0 36,-12 16 12,9 15-1,33-21-2108,13-9 0,6-2 2108,18 8 4,-7-18 1,8-3-1,-5-1 879,21-2-771,2-8 1,-4-5-6,-18-5-11,-11-4 0,-4-5-23,-14-5 0,-9-17 1,-5-5-79,-3 0 11,-6-11 0,-4 2-16,-1 18 2,0 9 0,-1 3 3317,-7 11-3432,-10 6-341,-17 24-488,4 11 51,2 10-2465,17 15 3361,24 5 0,-1-19 0,10 0 0</inkml:trace>
  <inkml:trace contextRef="#ctx0" brushRef="#br0" timeOffset="188008">18211 16801 23668,'1'-5'2661,"0"2"-2700,-1 3 44,7 19-5,-3 6-17,6 30 17,-7-17-22,-1 17 22,-4-36 157,1 9 39,0-23 291,2-2-274,2-8 190,21-34-291,2 3-95,-4 5 0,3 1-15,0 8 1,0 3 42,18-9-23,16 9-27,-12 15 10,10 11-83,-28 8 0,-4 4-57,6 13-579,-15 8 0,-6 2-776,-11 2 811,-8 7 1,-2-3 0,1-19-1,-10 16 1</inkml:trace>
  <inkml:trace contextRef="#ctx0" brushRef="#br0" timeOffset="188773">11073 18165 18501,'57'-18'1,"-1"-1"0,0 0 0,0 0 1,-6 5-1,2 1 0,1 0 1,1 1-1,0 0 0,-1 3-558,8 0 0,-1 2 0,0 1 0,1 1 0,-1-1 583,2 0 1,-2-1 0,1 1 0,2 1 0,2-1 61,-8 2 1,2 0 0,2 0 0,0 0 0,1 0 0,0 0 0,-1 0-69,-3 1 0,1 0 0,-1 0 1,0 0-1,1 0 0,1 0 1,1-1 20,-1 1 0,2 0 0,1-1 1,1 1-1,0-1 0,-1 1 1,-1 0-1,-2 0-68,-1-1 0,-1 2 0,-1-1 0,0 0 0,-2 0 0,1 0 0,-1 1 43,5-1 0,0 0 0,0 0 0,-2 0 0,-1 0 0,-2 0-60,10 0 0,-4-1 0,-1 1 0,3 0 40,-9 0 1,3 0 0,-1 0 0,0 1-1,-3-1-75,2 1 1,0 0 0,-4 0 0,-5 0 627,13 0 1,-12 0-757,-14 2 159,-57 3 0,-21 1 12,3-1 1,-5 1 0,-1 0 401,2 1 0,-1-1 0,-6 1-390,6 0 1,-6 0 0,-4 0 0,-1 1 0,1-1-1,2 0 15,-2 1 0,2-1 0,0 0 0,-1 0 1,-1 0 2,1 0 0,0 0 1,-2 1-1,0-1 1,-1 1-1,0 0-159,-3 0 1,0-1-1,0 1 1,-2 0 0,1 1-1,-2-1 153,5 0 1,-2 1 0,0 0 0,-1 0 0,1 0 0,1 0 0,1-1-169,-1 1 1,3-1 0,1 0 0,-1 1 0,-3 0 0,-3 0 179,9 0 0,-4 0 0,-4 0 0,-1 1 0,-1 0 0,1 0 0,1 0 0,3 0 0,5-1 0,4-1-140,-5 1 1,6-1 0,4 1 0,-2-1 0,-6 1 138,3 0 0,-4 0 1,-4 1-1,-1 0 0,0 0 1,1-1-1,3 1 0,3-2-3,-10 2 1,3-1 0,3-1 0,0 0 0,1 0 14,3 0 0,1 0 0,0 0 0,1 0 1,2-1 10,-5 0 0,-1 1 1,5-2-1,9 0 1280,-18 1-1084,103-8-157,-8 0 1,7 0 0,4-1-14,5 0 0,5 0 0,3-1 1,2 0-34,-11 1 1,1 0 0,2 0 0,1-1 0,0 1 0,2-1-10,-3 0 0,1 1 1,1-1-1,1 0 1,0 0-1,1 0 1,0 0 3,-4 0 1,1 0-1,0 0 1,1-1-1,-1 1 1,2 0-1,-1 0 1,0-1-38,2 1 1,0-1 0,0 0 0,1 0 0,-1 0-1,1 0 1,-1 0 0,1 0 37,0 0 1,0 0 0,0 0 0,0 0 0,0 0 0,0-1 0,0 1 0,-1 0 11,1 0 1,-1 0 0,0 0 0,0 0 0,0 0 0,0 1 0,0-1 0,0 0 2,-1 0 1,-1 0-1,1 1 1,-1-1 0,1 0-1,-1 1 1,0-1 0,0 1-112,5-1 1,1 0-1,-1 0 1,0 1-1,0-1 1,1 0 0,0 1 112,-4 0 1,1 0 0,0 0-1,1-1 1,-1 1 0,-1 1-1,-2-1 1,-4 0-20,11 0 0,-5 0 0,-1 0 0,0 0 0,1 0 13,-1 1 0,4-1 1,1 0-1,-3 1 1,-6 0-1,-9 0 23,5 0 1,-7 0 29,18-2 1,-24 1 891,-72 3-983,-17-1 14,9 4 0,-10 0 0,-1 1 64,10 1 1,-1 0 0,-2 1-1,-5 0-82,5 0 0,-5 1 0,-3 0 0,-1 0 0,-1 0 0,3 1 0,2-1 9,-5 1 1,4-1 0,1 1 0,-4 0 0,-5 1 0,6 0 0,-5 0 0,-4 0 0,-3 1 0,-1 1 0,2-1 0,2 0 0,4-1 1,6 0-6,-4 0 1,8 0 0,2 0 0,-3 0 0,-9 1-42,11-1 1,-4 0-1,-5 1 1,-3 1-1,-2 0 1,-1 0-1,0 0 1,1 0 0,1 0-1,3-1 1,4 0-1173,-10 1 1,3 0 0,3-1-1,0 1 1,0-1 0,-1 1-1,-3 0 1228,4-1 0,-2 1 0,-3 0 0,0 0 0,-1 0 0,2 0 0,3 0 0,2-1 0,5 0 0,-9 0 0,3 0 0,4 0 0,3-1 0,3-1 0,-2 1 0,0-1 0,0 1 0</inkml:trace>
  <inkml:trace contextRef="#ctx0" brushRef="#br0" timeOffset="191158">19438 16636 19109,'-29'-38'-127,"0"-1"1,1 1 0,-10 5 0,-6 0 0,-1 3 0,4 6 67,-11 3 1,-1 5-1231,-3-1 1,-4-1 0,-1 4 1278,6 3 1,0 3 0,-3 0-353,8 1 0,-2 1 0,-1-1 0,-3 0 390,0 0 0,-3 0 0,-1 0 0,-2 0 0,0 0-152,7 1 0,-1 1 0,0-1 0,-1 1 0,0 0 0,-1 0 176,-2-1 0,-1 1 1,0 0-1,0 1 0,-3-1 1,-1 0-151,7 1 0,-3 1 0,-2-1 0,-1 0 0,1 1 0,1-1 1,1 1-1,4 0 126,-3 0 1,3 0 0,2 0 0,0 1 0,-2-1 0,-3 1-45,2-1 1,-3 1-1,-1 0 1,-2 0-1,-1 0 1,1 0-1,1 1 1,1 0 38,4 0 1,1 0 0,0 1 0,1 0 0,0 0 0,0 0-1,-1 0 1,-1 1-36,-2-1 1,-1 1 0,0-1 0,-1 1 0,0 0-1,1 0 1,-1 0 0,1 0 13,2 0 1,1 0 0,-1-1 0,1 1 0,-1 0 0,0 1 0,-1 0 0,-2 0 2,5 1 1,-3 1-1,-1-1 1,-1 2 0,0-1-1,0 1 1,2-1-1,1 1 1,4-1 0,3 0-5,-5 1 1,5-1 0,3 1 0,0-1 0,-4 1 0,-4 1 1,3 0 1,-5 0 0,-2 0 0,-3 1 0,-1 1 0,-1-1 0,1 1 0,1-1 0,3 1 0,3 0 14,-6 1 0,4-1 1,2 1-1,1 0 1,-1 1-1,-3 0 1,-3 0 13,9-1 0,-1 1 0,-3 0 0,-1 0 0,-2 1 0,1 0 0,-1 0 0,0 0 0,1 0 0,2 0 1,1-1-12,-5 3 0,1-1 0,2 0 0,0 0 0,0 0 0,0 1 1,0-1-1,-1 1 0,-1 1-15,3-1 0,-3 0 0,0 1 0,-1 0 1,0 1-1,1-1 0,1 0 0,2 0 0,2 0 1,3-1-5,-10 4 1,4-1 0,2-1 0,2 1 0,0 0-1,-2 2-4,4-1 1,0 0-1,-1 2 1,1-1-1,0 1 1,3 0-1,2 0-4,-4 3 1,4-1-1,1 1 1,0 1-1,-2 1 32,-5 3 0,-2 1 0,1 1 0,0 0 0,4 1-67,-3 4 1,2 0-1,3 1 1,4 3-25,8 0 1,3 2 0,4 1-1,3-3 40,-8 14 0,12 0 10,20-8 0,9 3 0,8-5 157,23 1 0,14-5-152,-4-5 1,7 0 0,6-2 4,-5-8 1,6-2 0,4-1-1,-1-2 1,-4 0 4,-1-1 0,-3-1 0,2-2 0,7 1 14,-12-5 1,5 0 0,4 0 0,2 0-1,2-1 1,1 0 0,-1-2 0,1 0 23,-10-3 0,2 0 0,1-1 0,0-1 0,1 0 0,-1-1 0,1 0 0,-2 1 0,0-1 1,-1 1-11,7 1 0,-2 0 0,0 0 0,-2 0 0,1 0 0,2 0 0,1-1 0,3-1 5,-11 0 0,2-1 0,2 1 0,1-1 0,0-1 0,2 1 0,-1-1 1,1 0-1,-1 0 0,-1-1 0,-1 1 0,-1-1 16,3 0 0,0-1 1,-1 0-1,-1 0 1,-1-1-1,1 1 0,0-1 1,-1 0-1,2 1 1,0-1-55,-2 0 0,0 1 1,0-1-1,1 1 1,0-1-1,0 0 0,0 1 1,0-1-1,0 0 1,-1 0-1,1 0 12,-2 0 0,1 0 0,-1 0 0,0 0 0,0 0 1,0 0-1,0 0 0,0 0 0,0-1 0,0 1 0,-1-1 3,6 0 0,0 0 0,0 0 0,0-1 0,0 1 1,-1-1-1,0 1 0,0-1 0,-2 1 0,-1-1 3,6 0 0,-2 0 1,-2 0-1,0 0 0,0 0 1,1 0-1,1-1 1,2 1-7,-5 0 1,1-1 0,1 1 0,1 0 0,1-1 0,-1 0-1,1 1 1,0-1 0,-1 1 0,-1-1-5,-2 1 1,-1-1 0,0 1 0,0 0 0,0 0 0,0-1 0,0 1 0,0-1 0,1 1 0,0-1 8,-1 0 0,0 0 0,1 0 1,1-1-1,0 1 0,-1 0 0,1-1 1,-1 1-1,-2 0 0,0-1 1,-1 1-2,3-1 0,-2 1 0,-1-1 0,0 1 1,-1-1-1,0 1 0,0-1 0,0 0 0,1 0-1,3-1 0,1 0 0,0-1 0,1 1 0,0-1 0,-2 1 0,-2-1 0,-3 1 0,-3 0 8,13-2 0,-6 1 0,-3 0 0,0-1 0,3-2 35,-2-2 0,3-1 0,1-1 0,-2-1 1,-4 1-1,-5 1-20,4-3 1,-7 2 0,3-5 107,-4 1 0,4-2 0,1-3 0,-5-1 0,-8 0-27,8-19 1,-15-7-31,-13 0 0,-6-6 0,-7 3-59,-3-3 1,-16 1-19,-8 18 1,-11-4 0,-6 0 0,-3 3 0,0 4-18,-6 1 0,-4 6 0,-2 2 1,-5-2-21,11 6 0,-3-2 1,-2 0-1,-2-1 1,-1 1-1,-1 2 0,0 1-61,4 4 0,-1 1 0,0 1 0,-2 0 0,1 2 0,0 0 0,0 0 1,2 0-44,-3 0 0,2 1 1,1 0-1,-1 1 1,-1 0-1,-1 0 0,-3 1-808,1 1 1,-3 0-1,-2 1 1,-2-1-1,0 2 1,0-1-1,2 2 1,1-1-1,4 2 942,-3-1 0,2 1 0,1 1 0,2 0 0,1 1 0,0-1 0,0 1 0,-4-2 0,-1 1 0,2 0 0,1 0 0,2 1 0,4 0 0,3 2 0,0 0 0,-1-1 0,1 1 0</inkml:trace>
  <inkml:trace contextRef="#ctx0" brushRef="#br0" timeOffset="220323">1411 2418 13256,'9'-51'911,"0"0"0,0-1 0,0 1 0,2-10 0,0 1 0,-1 11-76,5 2-342,-4 16-476,-6 16-157,-3 15 229,-2 21-1619,1 19 0,-2 8 1568,0-9 1,-2 3-23,1 0 1,-1 7 0,-1 2 0,0-2-628,-1 12 1,-2-1-1,1 3 605,0-3 1,0 2-1,1 2 1,0-1-450,0-1 0,1 0 1,1 0-1,0 0 271,2-4 1,1 0 0,1-1 0,2-1-501,0-5 1,2-1 0,0-1-1,1-3-469,2 2 1,0-2 0,2-2 925,8 19 1,-1-9 0,-2-14-1,0-3 1</inkml:trace>
  <inkml:trace contextRef="#ctx0" brushRef="#br0" timeOffset="221032">1403 2052 19098,'-3'-5'-874,"1"2"874,2 3-124,95-17-1564,-53 14 0,4 0 1516,11-3 0,8-1 1,1 0 74,-12 4 0,2 1 1,-1 0-1,-3-1-386,2 1 1,-4-1 0,4-1 490,6 0 1,5-2-1,0 0 1,-8 0 13,5-2 0,1 0 54,-13 2 0,8-2 1,2 0-1,1 0 0,-4 1-209,-1 0 0,-3 1 0,1 0 0,4-1 219,-5 1 1,3 0 0,3 0 0,0 0 0,0 0 0,-2 1-9,6 0 1,-1 0-1,0 1 1,1 0-1,0 0-37,-7 1 0,0 0 0,1 0 1,0 0-1,1 0 0,0 1-276,3-1 1,1 0-1,0 0 1,1 0 0,0 0-1,0 0 255,-6 0 1,0 0 0,0 0 0,1 0 0,0 0 0,0 0 0,0 0-103,3 0 0,0-1 0,1 0 0,0 0 0,0 0 0,0 0 1,1 0 90,-7 0 0,1 0 0,0 0 0,0-1 0,1 1 0,-1-1 0,1 1 0,-1-1-45,2 0 1,1 0-1,-1 0 1,1 0-1,-1 0 1,1-1 0,0 1-1,0 0 47,2-1 1,-2 0 0,1 1 0,0-1 0,1 0 0,0 0 0,2 0 0,0-1-23,-3 1 0,1 0 1,2-1-1,1 0 1,0 0-1,0 1 0,0-1 1,-3 0-1,-1 1 1,-2 0 11,7-1 1,-4 0-1,-2 1 1,-1 0 0,2 0-1,1-1 1,3 0 0,-7 1 1,3 0 0,2-1 0,1 0 0,1 0-1,0 0 1,-1 0 0,-2 1 0,-1-1 0,-4 2 1,7-2 0,-4 1 0,-2 0 0,0 1 0,-1-1 0,2 0 0,3 1-3,-5-1 0,1 0 0,1 1 1,1-1-1,0 0 0,1 0 0,0 1 1,0-1-1,-1 0 0,-1 1 1,0 0 0,1 0 0,-1 0 0,1 0 0,-1 0 0,0 0 0,1 0 0,-1 0 6,0 1 1,0-1 0,0 0-1,0 1 1,0 0 0,1-1 0,-1 1-1,-1 0 1,1 0 5,0 0 0,-2 0 1,1 0-1,-1 1 0,1-1 1,0 0-1,0 1 1,1 0-1,2-1 17,0 1 0,1 1 1,2-1-1,1 0 1,0 1-1,0-1 0,-1 1 1,-2 0-1,-2-1 1,-2 1-17,6 0 0,-3 0 0,-3 0 0,0 0 1,0 0-1,2 0 0,3 0 2,-9 1 0,3 0 1,1 0-1,2 0 1,0 0-1,0 0 0,-1 0 1,-2 0-1,-2 1 1,-3-1 1,13 1 1,-5 0-1,-3 0 1,0 0 0,1 0-1,3 0-7,0 0 1,2 0 0,1-1 0,0 1 0,1 0 0,-1 1 0,-2-1 3,-2 0 1,0 0 0,-1 0 0,0 1 0,-1-1 0,0 1-1,0-1-1,7 1 0,-1-1 0,1 1 0,-2 0 0,-1 0 0,-3 0-5,-1 0 0,-3 0 0,-1 0 0,0 0 0,3 0 9,2 1 1,3 1 0,1-1-1,0 1 1,-3-1 0,-4 1 1,5 1 0,-5-1 0,-1 1 0,2 0 62,-4 0 1,2-1 0,0 1 0,-1 0-1,-2 1-57,3 1 1,-1 0 0,-2 1 0,0 1 2,11 4 1,-1 1 0,-1 1-13,0-1 0,0 2 0,-1 0-5,-13-2 1,0 1-1,0 0 1,-4 1 258,-1 0 1,-3 1 0,-1 1-267,13 6 1,-4 2 644,-8-2 0,-3 1-653,-8-1 1,-3 1 16,-5 6 0,-3 1 2,2 12 6,-11-8 1,0 1 16,1 26-25,-4-32 0,0 4 21,2 11 1,1 5 0,-2-4-31,0-10 1,-2 1 1,2 13 1,1 7-1,-5-4 39,-5-1 0,-4-3-35,2 2 0,-7 1-23,-7-13 1,-7 3 0,-5-1 0,-2-4-180,-2-5 1,-4-3 0,-3-2 0,-4 1-638,1 0 0,-2 1 1,-4 1-1,-2-1 0,-2 0 1,-2-3 827,6-4 0,-4 0 0,-2-2 0,-1 0 0,1-1 0,0 0 0,4-2 0,3 0 0,-4 2 0,4-3 0,1 0 0,1 0 0,-1-1 0,-5 1 0,1-1 0,0 0 0,-1 1 0,1-1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08T15:29:19.66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1584 2316 20649,'-56'-2'745,"0"1"0,8-1 0,7-1-157,16-2-196,12-1-246,14-1-174,21-8-45,4 3 0,7-1-1083,17-4 0,6 1 1006,-8 4 1,3 2 0,4 1-106,-2 2 0,5 1 0,0 1 1,-4 1 69,-1 0 0,-3 2 0,2 1-189,-3 1 0,3 2 1,-2 1-1,-7 3-531,0 5 1,-6 3 795,1-2 0,-9 5-239,-22 15 1,-14 3 350,-18-4 0,-10-2-522,1 2 0,-6 2 0,-1-2 672,-7 0 0,-3-3 0,0 0 190,-2 1 1,-1-1 0,0-1-523,-3 2 1,0 0 0,5-3 320,-1 0 1,5-2-59,1-1 0,12-2 859,27-9-742,24-3-117,36-10-118,-8-6 1,4-2-114,-8 1 1,2-2 0,1-1 107,14-7 0,3-2 0,-3 0 174,-16 6 0,-2 0 0,1-1-152,11-6 0,1-2 1,-7 1 21,-10 0 1,-4-1 1207,1-6 1,-4-2-1164,-11 1 1,-7-2 120,-16-30 19,-6 32 1,-7 1 322,-12 0 0,-6 2 195,0 4 0,-1 2-319,3 3 1,2 2 75,-11-3 196,31 11-627,13 4 1221,19 2-1283,20 2 8,-8 4 0,3 3-221,13 13 1,-1 6 52,-11-8 1,-6 7-1188,-7 15 1,-4 10 0,-9-2 1165,-13-1 0,-5-1 0,4 7 0,-2-3 0,-16-2 0</inkml:trace>
  <inkml:trace contextRef="#ctx0" brushRef="#br0" timeOffset="2384">1666 3818 22251,'-17'-52'545,"-1"0"0,0 2 1,9 20-614,13 38 164,12 20-63,1 6 12,5 13 0,0 5-461,-6-8 1,-3 5 391,-3-2 0,0 7 0,-1 2 1,-1-5-969,-3-1 1,-2-4-1,0 2 921,-1 6 0,-1 0 0,-1-3-282,-2 3 1,-1-9 156,0-6 347,0 2-11,2-39-134,-4-18 89,-3-18 56,-3-21 99,4 20 0,-1-4-138,-3-18 0,0-1 929,3 16 1,1-1-996,-2 0 1,0-3 0,1 3 8,-2-5 1,1 1-8,-4-10 0,0-2-1,0 5 1,0 2-6,2 5 0,1 3-131,3 6 0,2 3 94,6-20-10,14 15-18,14 13 6,1 12 9,2 10 0,3 4-9,23 10-180,-14-2 1,3 2 159,-5 5 1,-2 1 464,-7-4 0,-2 3-585,5 7 0,-5 1 84,-7 2 45,-4 21 123,-62 0-370,15-22 1,-2 0 279,-6 1 1,-2-2-17,-12 1 0,2-3-370,-6-1-933,20-7 1,4-4-8518,9-6 9108,15-5 1,7-1-1,-1 2 1</inkml:trace>
  <inkml:trace contextRef="#ctx0" brushRef="#br0" timeOffset="3040">2308 3524 25035,'37'1'-6,"15"8"-17,-5 9 1,1 3-462,-15-7 0,-2 2 461,6 7 1,-6 3-17,-11 8 318,-5 6-274,-19-2 6,-6-11 62,-27 3-28,14-17 392,-29 3-134,28-17 50,-9-12-302,22 0 447,3-14-554,13 6-17,11-8 1,16 1-7,17-1 42,-19 15 1,3 1 11,3-1 0,1 1 14,2 1 0,0-1-125,-2 2 1,-1 0 138,-4 1 0,-3 0 58,14-3 40,-20 4-6,-14 6-67,-8 3-61,-8 6 33,-10 11 253,-10 13-253,-5 10-11,9-4-6,16 14 23,24-22 5,22 7 12,19-21-1711,-23-10 0,-1-2 1700,22-5-32,-20-4 0,-3-2 126,4-11 95,8-24-128,-29 14 67,-10-21 0,-19 14-17,-11-7-27,-15 6-35,-8 10-16,-3 8-17,2 8-34,10 5 3217,13 4-3452,12 2 183,11 8-463,9 9-964,11 12-2458,17 12 3943,-8-15 0,0-1 0,5 4 0,2-3 0</inkml:trace>
  <inkml:trace contextRef="#ctx0" brushRef="#br0" timeOffset="3433">3801 3572 23982,'-27'37'29,"-1"0"0,1 0 1,-7 9-1,4-4 5,1 8 10,2-11-16,6-15 0,-1 0 20,-2-3 0,-1-1 187,-26 11 186,8-13 328,12-17-458,14-18-129,10-19-50,14-17-84,1 23 0,4-1 8,3 0 1,4 1 13,1 3 1,1 1 22,21-17-12,-3 12 54,-3 13-131,-9 9 76,22 23-60,-8 11-3,-10-3 1,0 3-289,-3 4 1,-2 2 279,0 3 0,-3 3-3,-2 5 0,-4 3-34,-3 15 1,-4 0 30,-5-17 0,-2-1-20,-7 16 1,-5-2-3,-4-25 0,-3-3-243,-5 4 1,-3-1 57,-3-7 0,-3-4-703,-1-5 0,-2-6 927,-5-4 0,3-4 0,-5 0 0,4-7 0</inkml:trace>
  <inkml:trace contextRef="#ctx0" brushRef="#br0" timeOffset="3634">3809 3333 22459,'3'46'0,"-1"-10"0</inkml:trace>
  <inkml:trace contextRef="#ctx0" brushRef="#br0" timeOffset="4475">4215 3666 25186,'37'31'376,"-9"-8"-85,10-24-56,9-22-179,-7 6-2123,-13-3 0,-3-2 2123,-6 0 913,6-34-890,-16 31 66,-1-23-50,-18 31-61,-12 0-40,-4 8 23,-21 8 0,1 12-17,14 0 0,0 4-11,-14 17-12,10 13 7,25-12-2254,24 25 2231,2-26 132,14 7 0,7 1-578,-9-15 1,3 0-746,14 11 1,0-1 705,-13-11 1,-1-3-757,7 0 0,1-4-1744,23-1 130,-11-13 1,1-5 2322,-17-1 0,1-4 859,24-11 1,-2-6 904,-24 5 0,-2-2 1434,20-15 1,-2 0-2149,-21 14 0,-3 0 350,8-9 0,-4 1-51,-3 2 3246,12-21-2669,-25 26-2050,-2-4 847,-17 20 204,-41 16-199,-11 13-93,13-4 1,-2 2 16,5 3 0,1 1-73,10-5 0,3 0-2,1 3 0,6 3 10,4 32-32,7-14 21,13-11 1,8-1-1,18 2 23,21 3 2978,-3-10-2953,0-16 1,1-3-32,4-3 34,9-8 0,-1-4-1680,-8-4 1663,-3-7 0,-1-3 6,-3-6 231,-10-1 0,1-6-203,-3-9 0,-2-10-31,-8 7 0,0-7 0,0-2 0,-3 4-400,1-3 0,-2 3 0,-2-2 403,3-9 0,-2-2 0,-6 9 109,-8 13 0,-5 8 154,-5-7-73,-4 4 1597,-2 18-1815,4 14 366,3 11-383,-1 5-882,-2 28 1,-1 7 864,-2 11 11,0-2 1,-1 7-819,6-13 1,1 2 0,1-1 680,1 12 0,3 1-187,1-5 1,1 3 0,5-4-69,8 4 1,6-6-318,6-8 1,2-6 185,-5-10 0,1-3-1911,3-2 0,1-4 2440,14-2 0,-14-4 0,-5-11 0</inkml:trace>
  <inkml:trace contextRef="#ctx0" brushRef="#br0" timeOffset="4640">5839 3745 21349,'-56'-20'1499,"0"1"1,4 0-1,14 2-1258,31 10-5655,32-21 5420,-1 13-26,11-3 0,8 1-383,12 5 0,3 2 75,1 0 0,2 1-275,-13 3 1,2 0 0,-4 2-715,-1 0 1,-4 2 1041,-1 0 1,-5 2-1,-8-1 1,-3 1-1</inkml:trace>
  <inkml:trace contextRef="#ctx0" brushRef="#br0" timeOffset="5183">5310 3685 24715,'-33'-33'201,"0"1"1,-2 4 0,-2 12-109,5 24 0,0 9-46,-2-1 1,-1 3-248,-6 5 1,1 4 224,7 3 0,5 3-25,8-6 0,6 2-28,7 5 0,10-1-93,15-7 1,6-4-60,0-3 1,6-3-2079,10-4 1,8-2 0,-4-3 2117,0-2 1,-2-1 0,10 1-1,-5-1 1,-8-4 0</inkml:trace>
  <inkml:trace contextRef="#ctx0" brushRef="#br0" timeOffset="5800">8076 3535 23836,'-26'-50'466,"0"0"1,4 4 0,-2 12-141,-17 26-198,-8 17-105,0 1-12,4 15 6,17 11 0,3 10-1708,12-7 1,2 1 1690,-1 15 0,16-8 0,8-1-371,19 3 363,-2-14 0,6-2-15,2-9 1,4-3 2,3-2 1,1-2 7,-2-3 1,-3-1 11,-7-3 0,-4-1 28,4 3 0,-26-5 0,-50-4-25,12-2 0,-3-1-364,-18-3 0,-3 0 372,-1-3 0,1-1-3,2-3 1,2-1-4,14 3 1,2-1 1405,1-2 1,5 2-1675,5 0-736,0-1-3498,29 6 4497,9-1 0,-2 3 0,0 0 0</inkml:trace>
  <inkml:trace contextRef="#ctx0" brushRef="#br0" timeOffset="6150">8398 3657 20554,'0'-4'3988,"0"0"-2621,0 4-1322,-44-10-12,31 28-22,-31-1 6,50 42-17,1-19 23,17 12-12,0-25 17,9 1 67,1-9 28,3-11 23,4-14 33,4-13 45,0-17 0,-6-11-28,-12-4-39,-14 2-56,-9 7-57,-8 11-94,-5 12-101,-3 10-521,0 9-1306,10 10-1450,12 1-6403,16 5 8806,-2-8 1,-5-3-1,-13-4 1</inkml:trace>
  <inkml:trace contextRef="#ctx0" brushRef="#br0" timeOffset="6567">8928 3491 21920,'0'-6'3541,"0"1"-2841,6-55-247,-3 38-352,1-12 0,1 4-56,-2 24-34,4 15-5,6 13 5,5 22-11,-8-14 0,-1 2-316,0 6 1,-2 2 320,-2 2 1,-2 0-3,-4 0 0,0-1-15,-3 21 15,-1-28 0,0-3-3,1-2 45,-1 3 184,3-23 68,2-10-151,3-13-79,3-11 67,20-33-94,-3 14-18,-6 16 0,1 3 609,3 5-619,-1 9 4,1 10-27,10 10-11,14 11 5,-16-6 0,1 3-14,2 1 1,-1 2-18,-1 1 0,-2 1-80,16 19 44,-20-6 44,-22-10 7,-27-8 38,-25-10-61,14-5 0,-5-3-2497,-21-6 1,0-2 1210,17 3 1,0-1 1341,-16-5 0,7 0 0,21 4 0,1 1 0</inkml:trace>
  <inkml:trace contextRef="#ctx0" brushRef="#br0" timeOffset="7392">9879 3850 26553,'-5'-52'-84,"2"21"89,7 50 12,1 17-34,-2 12 34,-12 8 11,-12 2-5,-4-14 55,3-20 0,-1-3 163,0-5-17,-3-4-145,25-31-35,9-6 6,10-13 1,5-5-34,-1 7 0,2-1-189,-2 3 1,2-3-1,-1 1 222,6-5 1,-1 2 5,-5 7 0,-1 2 39,6-10-44,-14 19-29,-8 12-56,-4 8 12,4 7 28,7 8-34,11 15 11,7 13 6,2 10 2,-17-24 1,-2 1 8,7 29 65,-9-6-65,-7-14 6,-7-6 44,1-21 56,0 1-61,0-18-11,4-9-17,0-3 482,11-23-459,1 12-24,7-12-10,-1 14-17,-3 8 0,-5 8-23,5 6-16,-1 5 27,11 8 34,3 7-33,4 11 16,2 8 1,-3 6-23,-7 1 17,-8-2-29,-8-3-4,-5-16-91,-3-4-436,-2-14-2123,1 0 2694,0-3 0,-1 0 0,1 0 0</inkml:trace>
  <inkml:trace contextRef="#ctx0" brushRef="#br0" timeOffset="10616">10879 3758 23937,'-10'44'-6,"0"-1"1,1-7-1,4-3-268,21 22-7941,9-1 5627,-4-11-1610,2 1 4198,-13-24 0,-4-11 0,-2 0 0</inkml:trace>
  <inkml:trace contextRef="#ctx0" brushRef="#br0" timeOffset="10775">10950 3519 11267,'20'32'0,"-3"-7"0</inkml:trace>
  <inkml:trace contextRef="#ctx0" brushRef="#br0" timeOffset="11208">11581 3620 21825,'-19'-47'1088,"0"1"1,5 7 0,0 8-905,-4 12-161,10 14-12,5 12 11,1 15 23,9 37-34,0-26 1,1 0-15,1 3 1,3 0-21,11 8 0,3-5 18,2 3-23,-1-6 0,1 1-28,1 3-9,-14-11 1,-1-1-31,0 7-706,-27 11-470,-14-29-4295,-24 0 4021,7-14-2791,7-12 1,0-5-778,-11-20 5113,15 4 0,4-4 0,13 0 0,5-2-1020,3-1 0,3 1 3071,2-20 728,3 14 4750,-13 5-5910,2 18 1257,-9-4-2518,6 22 96,3 6-207,-5 11-91,5 10-72,-2 16 1444,10-8 1,2 2-2632,3-1 0,2-1-1583,1 2 1,2-1 2685,12 24 0,-11-37 0,1-1 0</inkml:trace>
  <inkml:trace contextRef="#ctx0" brushRef="#br0" timeOffset="11508">12156 3638 23612,'-1'-41'734,"-1"0"0,2 4 0,-4 8-6087,-12 18 5348,8 7 1402,1 4-1413,8 22 897,10 5-881,14 24 0,5-11-300,4-6 1,3-2 293,4 2-22,3 4 0,-1 0-106,-4 4-40,-14-12 1,-4 0 2959,-5 8-4247,-23 14 660,-7-26-2316,-12 1 0,-9-4 3117,3-12 0,0-3 0,-24 12 0,13-15 0</inkml:trace>
  <inkml:trace contextRef="#ctx0" brushRef="#br0" timeOffset="11659">11969 3741 16605,'25'-50'2173,"1"0"0,-4 6 1,-1 7-1580,3 7-387,-6 16-78,-6 18 11,-4 18-45,-3 21-87,-4-11 1,-2 1-498,-2 6 0,-1 2-735,-1 6 0,-1 0 1224,-1-4 0,1-3 0,-2 14 0,4-23 0</inkml:trace>
  <inkml:trace contextRef="#ctx0" brushRef="#br0" timeOffset="11866">12822 3670 22246,'0'-6'3130,"0"2"-2704,0 4-2633,-16 126-1775,27-74 3273,-12-6 1,-2 8-1,5-14 1,16-17-1,-7-14 1</inkml:trace>
  <inkml:trace contextRef="#ctx0" brushRef="#br0" timeOffset="12049">13120 3207 22627,'-49'-26'287,"1"-1"0,5 3 1,10 8-434,18 17 1,12 16-404,12 18-1087,12 19-1943,-3-18 0,1 1 2946,1-2 1,0-1 0,7 12 0,-9-20-1</inkml:trace>
  <inkml:trace contextRef="#ctx0" brushRef="#br0" timeOffset="12392">13657 3536 23937,'-41'-11'236,"0"0"1,-1-1 0,-18 0-1,4 9-194,14 18 0,3 9-28,0 7 0,5 1-25,-5 15 16,23-14 1,7 0 17,22 7-1,16 4-14,-3-24 1,5-5-20,6-1 0,3-4 19,3-3 0,2-2 65,6-4 0,-3-3-14,-15 1 0,-2-3 92,3-3 1,-6-5 128,-10-12-96,-4-15-88,-17-14-63,-3 21 1,-2-1-185,-4-3 0,-1 0 145,0 1 1,0 2-1,-11-18-156,6 22-118,6 18-1479,-3 38-2834,11 5 4593,2 19 0,5-24 0,4-11 0</inkml:trace>
  <inkml:trace contextRef="#ctx0" brushRef="#br0" timeOffset="12715">14207 3527 23259,'0'-4'2717,"0"1"-2706,0 3 0,-14 43 17,10-14-39,0 21 0,2 4-310,5-19 0,1 0 296,1 14 0,-1 1 8,-2-12 0,-3-4 51,-5 20 329,-1-22-55,2-21-146,8-25-22,11-23-50,5-4 44,8-4 1,7-3-562,4 7 0,3 1 453,-11 9 0,2 0 0,-1 3-15,9-4 1,-1 6 5,18 5 372,-24 20-456,3 16-112,-11 16-392,-12 17-1060,-13 10-1920,-5-26 0,-4 0 2797,-11 22 1,5-20-1,5-16 1</inkml:trace>
  <inkml:trace contextRef="#ctx0" brushRef="#br0" timeOffset="14301">1132 5361 11732,'54'-9'321,"0"0"1,0 0-1,-1 0 1,1 1-1,1-1 1,-3 1-1,1 0 1,8-1-224,-12 3 0,5 0 0,2-1 0,3 0 0,2 0 0,0 1 0,0 0 0,-2 0-630,3 0 1,-1 1 0,1 0 0,1 0-1,-1 0 1,1 1 0,-1-1 0,0 0 534,1 0 1,-1 0-1,0 0 1,1 0-1,-1 0 1,0 0-1,0 0 1,0 0-111,0 1 1,-1-1-1,1 1 1,-1 0 0,0 1-1,1-1 1,1 0-1,0 0 112,-3 0 1,1 0 0,1 0-1,0 0 1,0 0 0,1 0-1,-1 0 1,-1 0 0,0 0-45,-3 0 0,-1 1 0,-2-1 0,1 1 1,0-1-1,0 1 0,2-1 0,2 0 1,2 0 43,-7 1 0,2-1 0,1 1 0,1-1 0,1 0 1,1 0-1,0 0 0,2 0 0,-1 1 0,1-1 1,-1 0-1,1 0 0,-1 1-56,-1-1 0,1 1 1,0-1-1,2 1 1,-1 0-1,1-1 0,0 1 1,-1 0-1,0 0 1,-1 0-1,-1 0 0,-1 0 1,-1 0-1,-2 0 62,8 0 1,-4 0 0,-1 0 0,-1 0 0,-1 0 0,0 0-1,0 1 1,2-1 0,2 0 0,3 1 26,-6-1 0,1 1 0,3-1 0,1 1 0,1-1 0,1 1 0,0 0 0,0-1 0,0 1 0,-1 0 0,-1-1 0,-1 1 0,-2 0 0,-3 1 47,7-1 0,-3 0 0,-2 0 0,-1 1 0,0-1 0,-1 1 1,0-1-1,1 1 0,2-1 0,2 1-16,-6-1 1,0 1 0,1 0 0,2-1 0,-1 1 0,2-1 0,-1 1 0,1-1-1,0 1 1,0-1 0,-1 1 0,0-1 0,0 1-7,-1-1 0,1 1 1,0-1-1,0 0 0,0 1 1,0-1-1,0 1 0,-1-1 1,0 0-1,-1 1 0,0-1 1,-2 1-1,0-1-28,5 1 0,-1-1 1,-3 1-1,0-1 0,0 1 1,-1-1-1,1 1 0,2-1 1,1 1-1,3-1 15,-7 0 0,2 1 1,2-1-1,1 0 1,1 0-1,1 0 1,0 1-1,0-1 0,-1 0 1,0 0-1,-1 0 1,-1 0-1,-2 1 1,-3-1-25,7 0 1,-4 0 0,-1 1 0,-1-1 0,-2 0 0,1 1 0,1-1 0,0 1-1,3-1 1,2 0-16,-3 0 0,3 1 0,1-1 1,1 0-1,2 0 0,0 0 0,0 0 1,1 0-1,-1 1 0,-1-1 0,-1 0 1,-2 0-1,-2 1-8,7-1 1,-3 0 0,0 0 0,-1 0 0,-1 1 0,0-1 0,-1 0 0,-1 1 0,1-1 0,0 0-19,4 1 1,0-1 0,-1 0 0,0 1-1,-1-1 1,0 0 0,0 1 0,0-1-1,-2 1-108,4-1 1,0 0-1,-1 1 1,0-1 0,-1 1-1,0-1 1,-1 0-1,0 1 123,-3-1 0,0 0 0,1 0 0,-1 0 0,-1 0 0,-3 1 0,-2-1 0,-3 0 0,16 0 0,-6 1 0,-3-1 0,-2 0 0,4-1 0,-1 1 0,1-1 0</inkml:trace>
  <inkml:trace contextRef="#ctx0" brushRef="#br0" timeOffset="14896">16119 3527 13001,'0'-6'3153,"0"1"-202,0 5-2783,-78-52-79,41 50-61,-12-19 0,2 7-17,20 44 339,11 5-339,9 1-2942,21 6 2976,-1-15 521,22 4-247,-1-21 107,8-1 218,-4-9 68,-8-10-197,-9-12-224,-7-15-106,-7-9 3291,-5-5-3437,-8 6-56,-6 11-201,-22 15-101,-7 23-29,-3 9-1173,12 12 1,3 5-1382,1 7-887,7-7 0,3-2 3789,8 1 0,5-13 0,2-7 0</inkml:trace>
  <inkml:trace contextRef="#ctx0" brushRef="#br0" timeOffset="15187">15987 3985 14919,'-5'9'1507,"1"-2"-1210,4-7 1422,0 0-565,-31 61 17,54-38-1051,-30 10 0,3-1 284,58-22 16,-22-6 241,-2 0 840,-12-3-902,-11-8-453,-5 0 72,-2-15-100,-1-5-68,-1-2 40,-2-9 5,-7 2-235,3 11-1966,-20 10-2515,8 23 4621,-22 13 0,25-9 0,-2 1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1DF8F-6AC6-AC40-3041-057517773B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63B123-3E63-2FC3-BA4E-22A8378862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A2780-76CD-FC6C-8EF7-68A14E742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099-E3B3-AF4A-8B05-9E1643D3D41E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1764C7-FAC3-8969-828C-A5BB1D8B0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AA27D-E2FB-4706-8DAF-09E4710FD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699A-214D-7146-8849-A05995858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969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BD5F7-087E-7513-1033-7547240ED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178F59-5878-8ECD-2B45-8761A6EED2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A38BE8-B1C9-47EC-2EFE-AB26006A7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099-E3B3-AF4A-8B05-9E1643D3D41E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DCBC5D-DD3D-DB22-5AA4-28C2640B5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F3505E-50BB-E54D-1895-F5785FD9C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699A-214D-7146-8849-A05995858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207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942C7-DB86-EF6A-CB42-F6D995D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D2C1A7-E639-FEDA-92BA-CBC0ACB891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20A9A-421D-DF87-278A-3FF38635A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099-E3B3-AF4A-8B05-9E1643D3D41E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3BEAF-3429-807D-3E2F-787E10CDA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D11CF-7EBC-D32A-A48C-25B0B858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699A-214D-7146-8849-A05995858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806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ED30D-AA78-2433-C751-AA013AE2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9B9B38-882B-4BD1-258A-9D36EE7242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EFB38C-FBD2-2233-DF8E-D30E5E08A5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5981C5-6723-1258-9CCC-91476D550E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099-E3B3-AF4A-8B05-9E1643D3D41E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839796-B622-130E-14C4-8B9750192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9AC57E-4039-A2E0-7343-6D88DF6C1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699A-214D-7146-8849-A05995858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887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A78C9-0E27-92D3-808F-9CC073958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7846DA-EA53-B1DF-6D24-322A9ACD74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DDBFB9-0721-7959-0A99-0FB05AEB73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03451C-0B4B-C02B-3F3B-39E5718A82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E4BCBE-8F97-E783-6741-F50F7C1251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BAC1C9-3FC1-98A1-680B-6D4F1551F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099-E3B3-AF4A-8B05-9E1643D3D41E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8710147-B344-4DD0-C720-54C19B801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6795A0-1CF2-5FA1-DB68-D80D44CDF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699A-214D-7146-8849-A05995858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343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5D991-8F0C-F2D0-7002-C5A0B30572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8C438DE-77CE-E6A9-2EF2-D682351B6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099-E3B3-AF4A-8B05-9E1643D3D41E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4417BD-8AF5-6595-24B0-6EC4E1F1D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43D406-1F99-2F9F-E019-5DA90CE65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699A-214D-7146-8849-A05995858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724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0104031-B374-8B6E-8F2E-43AD873BF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099-E3B3-AF4A-8B05-9E1643D3D41E}" type="datetimeFigureOut">
              <a:rPr lang="en-US" smtClean="0"/>
              <a:t>2/8/26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4073C1-3728-5A95-93C6-C643851EC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D20FA2-392A-09EB-E0FA-29DE9DB53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699A-214D-7146-8849-A05995858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422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BE16E-3233-A297-7CAB-083CBBFB1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A9880A-23CA-DE93-770A-7EF7DCA805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8613D3-C67D-FE38-38CA-B6E486A93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994433-DD00-77BB-2387-37B700A0A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099-E3B3-AF4A-8B05-9E1643D3D41E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6AD854-83D9-DE7E-76D1-A6A7C179C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2268BA-496B-4F0F-B717-5ACAE0A8D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699A-214D-7146-8849-A05995858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14536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F81B2-41E2-14CD-CEDA-5987F4694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91CA30-FEE6-A160-BDAC-97D549BE5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8FE554-0D14-EDBF-7F72-0B4CBED02A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E70F2-B371-35A2-F3E8-CE64AFC62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099-E3B3-AF4A-8B05-9E1643D3D41E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03A90-8240-4539-6229-7DF594083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E3F512-C52B-A94B-9A1F-42160B8676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699A-214D-7146-8849-A05995858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19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4CDFF-B951-3C9C-0A75-75E72FE86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9DB95D-69E6-8031-E6A5-BEFE1C3712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056ADD-5DE0-0F55-183C-8CDD40D7D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099-E3B3-AF4A-8B05-9E1643D3D41E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B55531-BF29-4FD3-5EF7-641B6F7DC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28C3-60D3-B49B-C340-1F19CB1A3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699A-214D-7146-8849-A05995858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104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083B24-94D8-3723-4155-B3D528CF73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819E01-4F59-590A-EB82-B8277D3A3F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4FD76-86B2-F365-74CA-68BC017CE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11E099-E3B3-AF4A-8B05-9E1643D3D41E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2DA622-F750-4A03-1264-057ACAE25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9A2B9-327B-25D3-2C9E-C6DB521E8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55699A-214D-7146-8849-A05995858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645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03ED0E-0592-7A48-1939-E8AD44D69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6A3895-2BD9-C340-690E-0B69AEC6F0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D4D25-CE51-4F39-1BE2-4C142D50B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D11E099-E3B3-AF4A-8B05-9E1643D3D41E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06A8B-9B69-9DCE-1B95-CD01C9790F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11F917-2C41-1ED5-D9A0-E49D19EFDA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155699A-214D-7146-8849-A059958583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36571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83BBF3A-E2B0-4222-8C10-46F906A8DC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CFC9359-0E97-5F57-3740-454283A9E63A}"/>
                  </a:ext>
                </a:extLst>
              </p14:cNvPr>
              <p14:cNvContentPartPr/>
              <p14:nvPr/>
            </p14:nvContentPartPr>
            <p14:xfrm>
              <a:off x="205200" y="2237400"/>
              <a:ext cx="2862720" cy="2568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CFC9359-0E97-5F57-3740-454283A9E63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5840" y="2228040"/>
                <a:ext cx="2881440" cy="258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35712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79012D51-56D3-F2AA-C7A3-8E8F10C66A5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F5EC94A-88D8-7FC7-1133-348C6B34D961}"/>
              </a:ext>
            </a:extLst>
          </p:cNvPr>
          <p:cNvSpPr txBox="1"/>
          <p:nvPr/>
        </p:nvSpPr>
        <p:spPr>
          <a:xfrm>
            <a:off x="162560" y="660400"/>
            <a:ext cx="10048240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1. Comparison Operators:</a:t>
            </a:r>
            <a:endParaRPr lang="en-US" b="1" dirty="0">
              <a:effectLst/>
            </a:endParaRPr>
          </a:p>
          <a:p>
            <a:r>
              <a:rPr lang="en-US" dirty="0"/>
              <a:t>Comparison operators allow you to compare values and select documents that satisfy specific conditions.</a:t>
            </a:r>
            <a:endParaRPr lang="en-US" b="0" dirty="0">
              <a:effectLst/>
            </a:endParaRPr>
          </a:p>
          <a:p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r>
              <a:rPr lang="en-US" dirty="0"/>
              <a:t>    Examples:</a:t>
            </a:r>
            <a:endParaRPr lang="en-US" b="0" dirty="0">
              <a:effectLst/>
            </a:endParaRPr>
          </a:p>
          <a:p>
            <a:r>
              <a:rPr lang="en-US" dirty="0"/>
              <a:t>      $eq: Matches values that are equal to a specified value.</a:t>
            </a:r>
            <a:endParaRPr lang="en-US" b="0" dirty="0">
              <a:effectLst/>
            </a:endParaRPr>
          </a:p>
          <a:p>
            <a:r>
              <a:rPr lang="en-US" dirty="0"/>
              <a:t>      $ne: Matches values that are not equal to a specified value.</a:t>
            </a:r>
            <a:endParaRPr lang="en-US" b="0" dirty="0">
              <a:effectLst/>
            </a:endParaRPr>
          </a:p>
          <a:p>
            <a:r>
              <a:rPr lang="en-US" dirty="0"/>
              <a:t>      $</a:t>
            </a:r>
            <a:r>
              <a:rPr lang="en-US" dirty="0" err="1"/>
              <a:t>gt</a:t>
            </a:r>
            <a:r>
              <a:rPr lang="en-US" dirty="0"/>
              <a:t>: Matches values that are greater than a specified value.</a:t>
            </a:r>
            <a:endParaRPr lang="en-US" b="0" dirty="0">
              <a:effectLst/>
            </a:endParaRPr>
          </a:p>
          <a:p>
            <a:r>
              <a:rPr lang="en-US" dirty="0"/>
              <a:t>      $</a:t>
            </a:r>
            <a:r>
              <a:rPr lang="en-US" dirty="0" err="1"/>
              <a:t>lt</a:t>
            </a:r>
            <a:r>
              <a:rPr lang="en-US" dirty="0"/>
              <a:t>: Matches values that are less than a specified value.</a:t>
            </a:r>
            <a:endParaRPr lang="en-US" b="0" dirty="0">
              <a:effectLst/>
            </a:endParaRPr>
          </a:p>
          <a:p>
            <a:r>
              <a:rPr lang="en-US" dirty="0"/>
              <a:t>      $</a:t>
            </a:r>
            <a:r>
              <a:rPr lang="en-US" dirty="0" err="1"/>
              <a:t>gte</a:t>
            </a:r>
            <a:r>
              <a:rPr lang="en-US" dirty="0"/>
              <a:t>: Matches values that are greater than or equal to a specified value.</a:t>
            </a:r>
            <a:endParaRPr lang="en-US" b="0" dirty="0">
              <a:effectLst/>
            </a:endParaRPr>
          </a:p>
          <a:p>
            <a:r>
              <a:rPr lang="en-US" dirty="0"/>
              <a:t>      $</a:t>
            </a:r>
            <a:r>
              <a:rPr lang="en-US" dirty="0" err="1"/>
              <a:t>lte</a:t>
            </a:r>
            <a:r>
              <a:rPr lang="en-US" dirty="0"/>
              <a:t>: Matches values that are less than or equal to a specified value.</a:t>
            </a:r>
            <a:endParaRPr lang="en-US" b="0" dirty="0">
              <a:effectLst/>
            </a:endParaRPr>
          </a:p>
          <a:p>
            <a:r>
              <a:rPr lang="en-US" dirty="0"/>
              <a:t>      $in: Matches any of the values specified in an array.</a:t>
            </a:r>
            <a:endParaRPr lang="en-US" b="0" dirty="0">
              <a:effectLst/>
            </a:endParaRPr>
          </a:p>
          <a:p>
            <a:r>
              <a:rPr lang="en-US" dirty="0"/>
              <a:t>      $</a:t>
            </a:r>
            <a:r>
              <a:rPr lang="en-US" dirty="0" err="1"/>
              <a:t>nin</a:t>
            </a:r>
            <a:r>
              <a:rPr lang="en-US" dirty="0"/>
              <a:t>: Matches none of the values specified in an array.</a:t>
            </a:r>
            <a:endParaRPr lang="en-US" b="0" dirty="0">
              <a:effectLst/>
            </a:endParaRPr>
          </a:p>
          <a:p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r>
              <a:rPr lang="en-US" dirty="0"/>
              <a:t>Question 1: Find documents with ages greater than 30.</a:t>
            </a:r>
            <a:endParaRPr lang="en-US" b="0" dirty="0">
              <a:effectLst/>
            </a:endParaRPr>
          </a:p>
          <a:p>
            <a:r>
              <a:rPr lang="en-US" dirty="0"/>
              <a:t>     </a:t>
            </a:r>
            <a:r>
              <a:rPr lang="en-US" dirty="0" err="1"/>
              <a:t>db.users.find</a:t>
            </a:r>
            <a:r>
              <a:rPr lang="en-US" dirty="0"/>
              <a:t>({ age: { $</a:t>
            </a:r>
            <a:r>
              <a:rPr lang="en-US" dirty="0" err="1"/>
              <a:t>gt</a:t>
            </a:r>
            <a:r>
              <a:rPr lang="en-US" dirty="0"/>
              <a:t>: 30 } });</a:t>
            </a:r>
            <a:endParaRPr lang="en-US" b="0" dirty="0">
              <a:effectLst/>
            </a:endParaRPr>
          </a:p>
          <a:p>
            <a:r>
              <a:rPr lang="en-US" dirty="0"/>
              <a:t>     </a:t>
            </a:r>
            <a:endParaRPr lang="en-US" b="0" dirty="0">
              <a:effectLst/>
            </a:endParaRPr>
          </a:p>
          <a:p>
            <a:r>
              <a:rPr lang="en-US" dirty="0"/>
              <a:t>Question 2: Find documents where the price is between $10 and $20.</a:t>
            </a:r>
            <a:endParaRPr lang="en-US" b="0" dirty="0">
              <a:effectLst/>
            </a:endParaRPr>
          </a:p>
          <a:p>
            <a:r>
              <a:rPr lang="en-US" dirty="0"/>
              <a:t>     </a:t>
            </a:r>
            <a:r>
              <a:rPr lang="en-US" dirty="0" err="1"/>
              <a:t>db.products.find</a:t>
            </a:r>
            <a:r>
              <a:rPr lang="en-US" dirty="0"/>
              <a:t>({ price: { $</a:t>
            </a:r>
            <a:r>
              <a:rPr lang="en-US" dirty="0" err="1"/>
              <a:t>gte</a:t>
            </a:r>
            <a:r>
              <a:rPr lang="en-US" dirty="0"/>
              <a:t>: 10, $</a:t>
            </a:r>
            <a:r>
              <a:rPr lang="en-US" dirty="0" err="1"/>
              <a:t>lte</a:t>
            </a:r>
            <a:r>
              <a:rPr lang="en-US" dirty="0"/>
              <a:t>: 20 } });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8118AC5-40CC-E0C1-FE5C-66CD0EB14396}"/>
                  </a:ext>
                </a:extLst>
              </p14:cNvPr>
              <p14:cNvContentPartPr/>
              <p14:nvPr/>
            </p14:nvContentPartPr>
            <p14:xfrm>
              <a:off x="145080" y="2482920"/>
              <a:ext cx="4512240" cy="40518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8118AC5-40CC-E0C1-FE5C-66CD0EB1439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35720" y="2473560"/>
                <a:ext cx="4530960" cy="4070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289104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9A58DE-3653-A716-E467-BD35152DC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708CC06-3169-1468-04CC-458B90845A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A68C2EF9-FCF0-6EE7-C324-8F37BD0354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03F8D33-E850-9E31-154B-C8AB8D27E911}"/>
              </a:ext>
            </a:extLst>
          </p:cNvPr>
          <p:cNvSpPr txBox="1"/>
          <p:nvPr/>
        </p:nvSpPr>
        <p:spPr>
          <a:xfrm>
            <a:off x="152400" y="640080"/>
            <a:ext cx="926592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Logical Operators:</a:t>
            </a:r>
            <a:endParaRPr lang="en-US" b="1" dirty="0">
              <a:effectLst/>
            </a:endParaRPr>
          </a:p>
          <a:p>
            <a:r>
              <a:rPr lang="en-US" dirty="0"/>
              <a:t>    Logical operators allow you to perform logical operations on multiple conditions.</a:t>
            </a:r>
            <a:endParaRPr lang="en-US" b="0" dirty="0">
              <a:effectLst/>
            </a:endParaRPr>
          </a:p>
          <a:p>
            <a:r>
              <a:rPr lang="en-US" dirty="0"/>
              <a:t>    </a:t>
            </a:r>
          </a:p>
          <a:p>
            <a:r>
              <a:rPr lang="en-US" dirty="0"/>
              <a:t>Examples:</a:t>
            </a:r>
            <a:endParaRPr lang="en-US" b="0" dirty="0">
              <a:effectLst/>
            </a:endParaRPr>
          </a:p>
          <a:p>
            <a:r>
              <a:rPr lang="en-US" dirty="0"/>
              <a:t>      $and: Joins query clauses with a logical AND and selects documents that satisfy all the conditions.</a:t>
            </a:r>
            <a:endParaRPr lang="en-US" b="0" dirty="0">
              <a:effectLst/>
            </a:endParaRPr>
          </a:p>
          <a:p>
            <a:r>
              <a:rPr lang="en-US" dirty="0"/>
              <a:t>      $or: Joins query clauses with a logical OR and selects documents that satisfy at least one of the conditions.</a:t>
            </a:r>
            <a:endParaRPr lang="en-US" b="0" dirty="0">
              <a:effectLst/>
            </a:endParaRPr>
          </a:p>
          <a:p>
            <a:r>
              <a:rPr lang="en-US" dirty="0"/>
              <a:t>      $not: Inverts the effect of a query expression and selects documents that do not match the specified condition.</a:t>
            </a:r>
            <a:endParaRPr lang="en-US" b="0" dirty="0">
              <a:effectLst/>
            </a:endParaRPr>
          </a:p>
          <a:p>
            <a:r>
              <a:rPr lang="en-US" dirty="0"/>
              <a:t>      $nor: Joins query clauses with a logical NOR and selects documents that fail all the conditions.</a:t>
            </a:r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r>
              <a:rPr lang="en-US" dirty="0"/>
              <a:t>Question 1: Find documents where the age is greater than 25 and the gender is "female".</a:t>
            </a:r>
            <a:endParaRPr lang="en-US" b="0" dirty="0">
              <a:effectLst/>
            </a:endParaRPr>
          </a:p>
          <a:p>
            <a:r>
              <a:rPr lang="en-US" dirty="0"/>
              <a:t>       </a:t>
            </a:r>
            <a:r>
              <a:rPr lang="en-US" dirty="0" err="1"/>
              <a:t>db.users.find</a:t>
            </a:r>
            <a:r>
              <a:rPr lang="en-US" dirty="0"/>
              <a:t>({ $and: [ { age: { $</a:t>
            </a:r>
            <a:r>
              <a:rPr lang="en-US" dirty="0" err="1"/>
              <a:t>gt</a:t>
            </a:r>
            <a:r>
              <a:rPr lang="en-US" dirty="0"/>
              <a:t>: 25 } }, { gender: "female" } ] });</a:t>
            </a:r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r>
              <a:rPr lang="en-US" dirty="0"/>
              <a:t>Question 2: Find documents where either the quantity is greater than 1000 or the price is less than $10.</a:t>
            </a:r>
            <a:endParaRPr lang="en-US" b="0" dirty="0">
              <a:effectLst/>
            </a:endParaRPr>
          </a:p>
          <a:p>
            <a:r>
              <a:rPr lang="en-US" dirty="0"/>
              <a:t>       </a:t>
            </a:r>
            <a:r>
              <a:rPr lang="en-US" dirty="0" err="1"/>
              <a:t>db.products.find</a:t>
            </a:r>
            <a:r>
              <a:rPr lang="en-US" dirty="0"/>
              <a:t>({ $or: [ { quantity: { $</a:t>
            </a:r>
            <a:r>
              <a:rPr lang="en-US" dirty="0" err="1"/>
              <a:t>gt</a:t>
            </a:r>
            <a:r>
              <a:rPr lang="en-US" dirty="0"/>
              <a:t>: 1000 } }, { price: { $</a:t>
            </a:r>
            <a:r>
              <a:rPr lang="en-US" dirty="0" err="1"/>
              <a:t>lt</a:t>
            </a:r>
            <a:r>
              <a:rPr lang="en-US" dirty="0"/>
              <a:t>: 10 } } ] });     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1A027EF-3B93-9ADD-C6DA-7AA214479DFE}"/>
                  </a:ext>
                </a:extLst>
              </p14:cNvPr>
              <p14:cNvContentPartPr/>
              <p14:nvPr/>
            </p14:nvContentPartPr>
            <p14:xfrm>
              <a:off x="304200" y="915840"/>
              <a:ext cx="8556120" cy="5073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1A027EF-3B93-9ADD-C6DA-7AA214479DF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4840" y="906480"/>
                <a:ext cx="8574840" cy="5092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54622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5D3606-F917-918E-38DB-EF6D7CDB7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50C22D4-84E6-AFA1-276B-116360E51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69DA514E-600A-9A30-BAF1-6FB8F2E6860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1878217-6DAF-8B0B-BD66-BC32A3445664}"/>
              </a:ext>
            </a:extLst>
          </p:cNvPr>
          <p:cNvSpPr txBox="1"/>
          <p:nvPr/>
        </p:nvSpPr>
        <p:spPr>
          <a:xfrm>
            <a:off x="203200" y="640080"/>
            <a:ext cx="1020064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Evaluation Operators:</a:t>
            </a:r>
            <a:endParaRPr lang="en-US" b="1" dirty="0">
              <a:effectLst/>
            </a:endParaRPr>
          </a:p>
          <a:p>
            <a:r>
              <a:rPr lang="en-US" dirty="0"/>
              <a:t>Evaluation operators allow you to perform advanced operations, such as regex matching and type checking.</a:t>
            </a:r>
            <a:endParaRPr lang="en-US" b="0" dirty="0">
              <a:effectLst/>
            </a:endParaRPr>
          </a:p>
          <a:p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r>
              <a:rPr lang="en-US" dirty="0"/>
              <a:t>    Examples:</a:t>
            </a:r>
            <a:endParaRPr lang="en-US" b="0" dirty="0">
              <a:effectLst/>
            </a:endParaRPr>
          </a:p>
          <a:p>
            <a:r>
              <a:rPr lang="en-US" dirty="0"/>
              <a:t>      $regex: Matches documents that satisfy a regular expression pattern.</a:t>
            </a:r>
            <a:endParaRPr lang="en-US" b="0" dirty="0">
              <a:effectLst/>
            </a:endParaRPr>
          </a:p>
          <a:p>
            <a:r>
              <a:rPr lang="en-US" dirty="0"/>
              <a:t>      $text: Performs a text search on the content of the fields indexed with a text index.</a:t>
            </a:r>
            <a:endParaRPr lang="en-US" b="0" dirty="0">
              <a:effectLst/>
            </a:endParaRPr>
          </a:p>
          <a:p>
            <a:r>
              <a:rPr lang="en-US" dirty="0"/>
              <a:t>      $type: Matches documents based on the BSON type of a field.</a:t>
            </a:r>
            <a:endParaRPr lang="en-US" b="0" dirty="0">
              <a:effectLst/>
            </a:endParaRPr>
          </a:p>
          <a:p>
            <a:r>
              <a:rPr lang="en-US" dirty="0"/>
              <a:t>      $exists: Matches documents that contain the specified field.</a:t>
            </a:r>
            <a:endParaRPr lang="en-US" b="0" dirty="0">
              <a:effectLst/>
            </a:endParaRPr>
          </a:p>
          <a:p>
            <a:r>
              <a:rPr lang="en-US" dirty="0"/>
              <a:t>      $mod: Performs a modulo operation on the value of a field and selects documents with a specified remainder.</a:t>
            </a:r>
            <a:endParaRPr lang="en-US" b="0" dirty="0">
              <a:effectLst/>
            </a:endParaRPr>
          </a:p>
          <a:p>
            <a:r>
              <a:rPr lang="en-US" dirty="0"/>
              <a:t>      $where: Allows you to specify a JavaScript expression or function to perform complex queries.</a:t>
            </a:r>
            <a:endParaRPr lang="en-US" b="0" dirty="0">
              <a:effectLst/>
            </a:endParaRPr>
          </a:p>
          <a:p>
            <a:r>
              <a:rPr lang="en-US" dirty="0"/>
              <a:t>Question 1: Find documents where the username starts with "john".</a:t>
            </a:r>
            <a:endParaRPr lang="en-US" b="0" dirty="0">
              <a:effectLst/>
            </a:endParaRPr>
          </a:p>
          <a:p>
            <a:r>
              <a:rPr lang="en-US" dirty="0"/>
              <a:t>     </a:t>
            </a:r>
            <a:r>
              <a:rPr lang="en-US" dirty="0" err="1"/>
              <a:t>db.users.find</a:t>
            </a:r>
            <a:r>
              <a:rPr lang="en-US" dirty="0"/>
              <a:t>({ username: { $regex: /^john/</a:t>
            </a:r>
            <a:r>
              <a:rPr lang="en-US" dirty="0" err="1"/>
              <a:t>i</a:t>
            </a:r>
            <a:r>
              <a:rPr lang="en-US" dirty="0"/>
              <a:t> } });</a:t>
            </a:r>
            <a:endParaRPr lang="en-US" b="0" dirty="0">
              <a:effectLst/>
            </a:endParaRPr>
          </a:p>
          <a:p>
            <a:r>
              <a:rPr lang="en-US" dirty="0"/>
              <a:t>     </a:t>
            </a:r>
            <a:endParaRPr lang="en-US" b="0" dirty="0">
              <a:effectLst/>
            </a:endParaRPr>
          </a:p>
          <a:p>
            <a:br>
              <a:rPr lang="en-US" b="0" dirty="0">
                <a:effectLst/>
              </a:rPr>
            </a:br>
            <a:endParaRPr lang="en-US" b="0" dirty="0">
              <a:effectLst/>
            </a:endParaRPr>
          </a:p>
          <a:p>
            <a:r>
              <a:rPr lang="en-US" dirty="0"/>
              <a:t>Question 2: Find documents where the score field is divisible by 5.</a:t>
            </a:r>
            <a:endParaRPr lang="en-US" b="0" dirty="0">
              <a:effectLst/>
            </a:endParaRPr>
          </a:p>
          <a:p>
            <a:r>
              <a:rPr lang="en-US" dirty="0"/>
              <a:t>     </a:t>
            </a:r>
            <a:r>
              <a:rPr lang="en-US" dirty="0" err="1"/>
              <a:t>db.scores.find</a:t>
            </a:r>
            <a:r>
              <a:rPr lang="en-US" dirty="0"/>
              <a:t>({ score: { $mod: [5, 0] } });</a:t>
            </a:r>
            <a:endParaRPr lang="en-US" b="0" dirty="0">
              <a:effectLst/>
            </a:endParaRPr>
          </a:p>
          <a:p>
            <a:br>
              <a:rPr lang="en-US" dirty="0"/>
            </a:b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EE76BD4-C1C6-0E66-4028-A7FDFB14F394}"/>
                  </a:ext>
                </a:extLst>
              </p14:cNvPr>
              <p14:cNvContentPartPr/>
              <p14:nvPr/>
            </p14:nvContentPartPr>
            <p14:xfrm>
              <a:off x="261720" y="927000"/>
              <a:ext cx="6169320" cy="5369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EE76BD4-C1C6-0E66-4028-A7FDFB14F39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2360" y="917640"/>
                <a:ext cx="6188040" cy="538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8201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F648A0-8E22-F89E-0536-9D55C1C1C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61245CF-5853-EEE8-6001-36DA000C3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46A1A46E-B767-741C-1198-D6AA7C85D9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78090A6-969A-0AE4-1C6B-8F1AB6096713}"/>
                  </a:ext>
                </a:extLst>
              </p14:cNvPr>
              <p14:cNvContentPartPr/>
              <p14:nvPr/>
            </p14:nvContentPartPr>
            <p14:xfrm>
              <a:off x="503280" y="425520"/>
              <a:ext cx="9246600" cy="61621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78090A6-969A-0AE4-1C6B-8F1AB609671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3920" y="416160"/>
                <a:ext cx="9265320" cy="6180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89902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DFFE2D-19D1-A9CE-2F75-97AF78934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EEC9247-283C-6C15-ADC2-775786B04E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" name="Picture 1" descr="A white and blue gradient&#10;&#10;AI-generated content may be incorrect.">
            <a:extLst>
              <a:ext uri="{FF2B5EF4-FFF2-40B4-BE49-F238E27FC236}">
                <a16:creationId xmlns:a16="http://schemas.microsoft.com/office/drawing/2014/main" id="{FD235602-FAD7-BF1C-179A-AC46F3D28A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91377C32-20BC-2CFF-FF92-C4C059AD1E15}"/>
                  </a:ext>
                </a:extLst>
              </p14:cNvPr>
              <p14:cNvContentPartPr/>
              <p14:nvPr/>
            </p14:nvContentPartPr>
            <p14:xfrm>
              <a:off x="407520" y="772560"/>
              <a:ext cx="5395680" cy="11577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91377C32-20BC-2CFF-FF92-C4C059AD1E1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8160" y="763200"/>
                <a:ext cx="5414400" cy="1176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232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249</TotalTime>
  <Words>618</Words>
  <Application>Microsoft Macintosh PowerPoint</Application>
  <PresentationFormat>Widescreen</PresentationFormat>
  <Paragraphs>49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Office 365</dc:creator>
  <cp:lastModifiedBy>Office 365</cp:lastModifiedBy>
  <cp:revision>1</cp:revision>
  <dcterms:created xsi:type="dcterms:W3CDTF">2026-02-08T11:26:41Z</dcterms:created>
  <dcterms:modified xsi:type="dcterms:W3CDTF">2026-02-08T15:35:42Z</dcterms:modified>
</cp:coreProperties>
</file>